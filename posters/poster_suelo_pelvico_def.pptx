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7" r:id="rId2"/>
  </p:sldIdLst>
  <p:sldSz cx="25199975" cy="35999738"/>
  <p:notesSz cx="6858000" cy="9144000"/>
  <p:embeddedFontLst>
    <p:embeddedFont>
      <p:font typeface="Calibri" panose="020F0502020204030204" pitchFamily="34" charset="0"/>
      <p:regular r:id="rId4"/>
      <p:bold r:id="rId5"/>
      <p:italic r:id="rId6"/>
      <p:boldItalic r:id="rId7"/>
    </p:embeddedFont>
    <p:embeddedFont>
      <p:font typeface="Candara" panose="020E0502030303020204" pitchFamily="34" charset="0"/>
      <p:regular r:id="rId8"/>
      <p:bold r:id="rId9"/>
      <p:italic r:id="rId10"/>
      <p:boldItalic r:id="rId11"/>
    </p:embeddedFont>
    <p:embeddedFont>
      <p:font typeface="Verdana" panose="020B0604030504040204" pitchFamily="3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8" roundtripDataSignature="AMtx7mi/pu2vDfE8QiZHphnpWie3+fjh1w=="/>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ACB42B0-86E2-376D-A4BC-33B55B5F55D6}" name="Cervera Cano María" initials="CCM" userId="S::maria.cervera@edu.uah.es::84bf1685-e9b0-4b88-a1bf-f182ca2874f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B426"/>
    <a:srgbClr val="A434C2"/>
    <a:srgbClr val="AF4796"/>
    <a:srgbClr val="9C50A6"/>
    <a:srgbClr val="0066CC"/>
    <a:srgbClr val="FF9966"/>
    <a:srgbClr val="3E84B8"/>
    <a:srgbClr val="41B5A4"/>
    <a:srgbClr val="FFFFFF"/>
    <a:srgbClr val="FFFC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A1AE7B-9430-4CEC-9549-1270C8EAD0A9}" v="28" dt="2023-11-08T08:27:00.165"/>
  </p1510:revLst>
</p1510:revInfo>
</file>

<file path=ppt/tableStyles.xml><?xml version="1.0" encoding="utf-8"?>
<a:tblStyleLst xmlns:a="http://schemas.openxmlformats.org/drawingml/2006/main" def="{2355901E-8D2E-4C14-B293-59CC6760F5AE}">
  <a:tblStyle styleId="{2355901E-8D2E-4C14-B293-59CC6760F5AE}"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chemeClr val="accent1"/>
              </a:solidFill>
              <a:prstDash val="solid"/>
              <a:round/>
              <a:headEnd type="none" w="sm" len="sm"/>
              <a:tailEnd type="none" w="sm" len="sm"/>
            </a:ln>
          </a:top>
          <a:bottom>
            <a:ln w="12700" cap="flat" cmpd="sng">
              <a:solidFill>
                <a:schemeClr val="accen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fill>
          <a:solidFill>
            <a:schemeClr val="accent1">
              <a:alpha val="20000"/>
            </a:schemeClr>
          </a:solidFill>
        </a:fill>
      </a:tcStyle>
    </a:band1H>
    <a:band2H>
      <a:tcTxStyle/>
      <a:tcStyle>
        <a:tcBdr/>
      </a:tcStyle>
    </a:band2H>
    <a:band1V>
      <a:tcTxStyle/>
      <a:tcStyle>
        <a:tcBdr/>
        <a:fill>
          <a:solidFill>
            <a:schemeClr val="accent1">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12700" cap="flat" cmpd="sng">
              <a:solidFill>
                <a:schemeClr val="accent1"/>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54"/>
    <p:restoredTop sz="94609"/>
  </p:normalViewPr>
  <p:slideViewPr>
    <p:cSldViewPr snapToGrid="0" snapToObjects="1">
      <p:cViewPr>
        <p:scale>
          <a:sx n="50" d="100"/>
          <a:sy n="50" d="100"/>
        </p:scale>
        <p:origin x="19" y="-67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font" Target="fonts/font10.fntdata"/><Relationship Id="rId18" Type="http://customschemas.google.com/relationships/presentationmetadata" Target="metadata"/><Relationship Id="rId3" Type="http://schemas.openxmlformats.org/officeDocument/2006/relationships/notesMaster" Target="notesMasters/notesMaster1.xml"/><Relationship Id="rId21" Type="http://schemas.openxmlformats.org/officeDocument/2006/relationships/theme" Target="theme/theme1.xml"/><Relationship Id="rId7" Type="http://schemas.openxmlformats.org/officeDocument/2006/relationships/font" Target="fonts/font4.fntdata"/><Relationship Id="rId12" Type="http://schemas.openxmlformats.org/officeDocument/2006/relationships/font" Target="fonts/font9.fntdata"/><Relationship Id="rId2" Type="http://schemas.openxmlformats.org/officeDocument/2006/relationships/slide" Target="slides/slide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24" Type="http://schemas.microsoft.com/office/2018/10/relationships/authors" Target="authors.xml"/><Relationship Id="rId5" Type="http://schemas.openxmlformats.org/officeDocument/2006/relationships/font" Target="fonts/font2.fntdata"/><Relationship Id="rId15" Type="http://schemas.openxmlformats.org/officeDocument/2006/relationships/font" Target="fonts/font12.fntdata"/><Relationship Id="rId23" Type="http://schemas.microsoft.com/office/2015/10/relationships/revisionInfo" Target="revisionInfo.xml"/><Relationship Id="rId10" Type="http://schemas.openxmlformats.org/officeDocument/2006/relationships/font" Target="fonts/font7.fntdata"/><Relationship Id="rId19" Type="http://schemas.openxmlformats.org/officeDocument/2006/relationships/presProps" Target="presProps.xml"/><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font" Target="fonts/font11.fntdata"/><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8023711201642542"/>
          <c:y val="0.13788620804965931"/>
          <c:w val="0.57739484732991486"/>
          <c:h val="0.81155551566546547"/>
        </c:manualLayout>
      </c:layout>
      <c:doughnutChart>
        <c:varyColors val="1"/>
        <c:dLbls>
          <c:showLegendKey val="0"/>
          <c:showVal val="0"/>
          <c:showCatName val="0"/>
          <c:showSerName val="0"/>
          <c:showPercent val="0"/>
          <c:showBubbleSize val="0"/>
          <c:showLeaderLines val="0"/>
        </c:dLbls>
        <c:firstSliceAng val="0"/>
        <c:holeSize val="54"/>
      </c:doughnutChart>
      <c:spPr>
        <a:noFill/>
        <a:ln>
          <a:noFill/>
        </a:ln>
        <a:effectLst/>
      </c:spPr>
    </c:plotArea>
    <c:plotVisOnly val="1"/>
    <c:dispBlanksAs val="gap"/>
    <c:showDLblsOverMax val="0"/>
  </c:chart>
  <c:spPr>
    <a:noFill/>
    <a:ln>
      <a:noFill/>
    </a:ln>
    <a:effectLst/>
  </c:spPr>
  <c:txPr>
    <a:bodyPr/>
    <a:lstStyle/>
    <a:p>
      <a:pPr>
        <a:defRPr/>
      </a:pPr>
      <a:endParaRPr lang="es-ES"/>
    </a:p>
  </c:txPr>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5" name="Google Shape;5;n"/>
          <p:cNvSpPr>
            <a:spLocks noGrp="1" noRot="1" noChangeAspect="1"/>
          </p:cNvSpPr>
          <p:nvPr>
            <p:ph type="sldImg" idx="3"/>
          </p:nvPr>
        </p:nvSpPr>
        <p:spPr>
          <a:xfrm>
            <a:off x="2348866" y="1143000"/>
            <a:ext cx="21603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dirty="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4" name="Google Shape;104;p1:notes"/>
          <p:cNvSpPr>
            <a:spLocks noGrp="1" noRot="1" noChangeAspect="1"/>
          </p:cNvSpPr>
          <p:nvPr>
            <p:ph type="sldImg" idx="2"/>
          </p:nvPr>
        </p:nvSpPr>
        <p:spPr>
          <a:xfrm>
            <a:off x="2349500" y="1143000"/>
            <a:ext cx="21590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67019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En blanco" type="blank">
  <p:cSld name="BLANK">
    <p:spTree>
      <p:nvGrpSpPr>
        <p:cNvPr id="1" name="Shape 19"/>
        <p:cNvGrpSpPr/>
        <p:nvPr/>
      </p:nvGrpSpPr>
      <p:grpSpPr>
        <a:xfrm>
          <a:off x="0" y="0"/>
          <a:ext cx="0" cy="0"/>
          <a:chOff x="0" y="0"/>
          <a:chExt cx="0" cy="0"/>
        </a:xfrm>
      </p:grpSpPr>
      <p:sp>
        <p:nvSpPr>
          <p:cNvPr id="20" name="Google Shape;20;p3"/>
          <p:cNvSpPr/>
          <p:nvPr/>
        </p:nvSpPr>
        <p:spPr>
          <a:xfrm>
            <a:off x="6566" y="33600000"/>
            <a:ext cx="25193400" cy="2400000"/>
          </a:xfrm>
          <a:prstGeom prst="rect">
            <a:avLst/>
          </a:prstGeom>
          <a:solidFill>
            <a:schemeClr val="accent2"/>
          </a:solidFill>
          <a:ln>
            <a:noFill/>
          </a:ln>
        </p:spPr>
        <p:txBody>
          <a:bodyPr spcFirstLastPara="1" wrap="square" lIns="71650" tIns="71650" rIns="71650" bIns="71650" anchor="ctr" anchorCtr="0">
            <a:noAutofit/>
          </a:bodyPr>
          <a:lstStyle/>
          <a:p>
            <a:pPr marL="0" lvl="0" indent="0" algn="l" rtl="0">
              <a:spcBef>
                <a:spcPts val="0"/>
              </a:spcBef>
              <a:spcAft>
                <a:spcPts val="0"/>
              </a:spcAft>
              <a:buNone/>
            </a:pPr>
            <a:endParaRPr dirty="0"/>
          </a:p>
        </p:txBody>
      </p:sp>
      <p:sp>
        <p:nvSpPr>
          <p:cNvPr id="21" name="Google Shape;21;p3"/>
          <p:cNvSpPr/>
          <p:nvPr/>
        </p:nvSpPr>
        <p:spPr>
          <a:xfrm>
            <a:off x="34" y="33251003"/>
            <a:ext cx="25193400" cy="336000"/>
          </a:xfrm>
          <a:prstGeom prst="rect">
            <a:avLst/>
          </a:prstGeom>
          <a:solidFill>
            <a:schemeClr val="accent1"/>
          </a:solidFill>
          <a:ln>
            <a:noFill/>
          </a:ln>
        </p:spPr>
        <p:txBody>
          <a:bodyPr spcFirstLastPara="1" wrap="square" lIns="71650" tIns="71650" rIns="71650" bIns="71650" anchor="ctr" anchorCtr="0">
            <a:noAutofit/>
          </a:bodyPr>
          <a:lstStyle/>
          <a:p>
            <a:pPr marL="0" lvl="0" indent="0" algn="l" rtl="0">
              <a:spcBef>
                <a:spcPts val="0"/>
              </a:spcBef>
              <a:spcAft>
                <a:spcPts val="0"/>
              </a:spcAft>
              <a:buNone/>
            </a:pPr>
            <a:endParaRPr dirty="0"/>
          </a:p>
        </p:txBody>
      </p:sp>
      <p:sp>
        <p:nvSpPr>
          <p:cNvPr id="22" name="Google Shape;22;p3"/>
          <p:cNvSpPr txBox="1">
            <a:spLocks noGrp="1"/>
          </p:cNvSpPr>
          <p:nvPr>
            <p:ph type="dt" idx="10"/>
          </p:nvPr>
        </p:nvSpPr>
        <p:spPr>
          <a:xfrm>
            <a:off x="2268004" y="33909641"/>
            <a:ext cx="5109900" cy="1916700"/>
          </a:xfrm>
          <a:prstGeom prst="rect">
            <a:avLst/>
          </a:prstGeom>
          <a:noFill/>
          <a:ln>
            <a:noFill/>
          </a:ln>
        </p:spPr>
        <p:txBody>
          <a:bodyPr spcFirstLastPara="1" wrap="square" lIns="71650" tIns="35825" rIns="71650" bIns="3582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23" name="Google Shape;23;p3"/>
          <p:cNvSpPr txBox="1">
            <a:spLocks noGrp="1"/>
          </p:cNvSpPr>
          <p:nvPr>
            <p:ph type="ftr" idx="11"/>
          </p:nvPr>
        </p:nvSpPr>
        <p:spPr>
          <a:xfrm>
            <a:off x="7619085" y="33909641"/>
            <a:ext cx="9968400" cy="1916700"/>
          </a:xfrm>
          <a:prstGeom prst="rect">
            <a:avLst/>
          </a:prstGeom>
          <a:noFill/>
          <a:ln>
            <a:noFill/>
          </a:ln>
        </p:spPr>
        <p:txBody>
          <a:bodyPr spcFirstLastPara="1" wrap="square" lIns="71650" tIns="35825" rIns="71650" bIns="35825" anchor="ctr" anchorCtr="0">
            <a:noAutofit/>
          </a:bodyPr>
          <a:lstStyle>
            <a:lvl1pPr lvl="0" algn="ctr">
              <a:spcBef>
                <a:spcPts val="0"/>
              </a:spcBef>
              <a:spcAft>
                <a:spcPts val="0"/>
              </a:spcAft>
              <a:buSzPts val="1100"/>
              <a:buNone/>
              <a:defRPr>
                <a:solidFill>
                  <a:srgbClr val="FFFFFF"/>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24" name="Google Shape;24;p3"/>
          <p:cNvSpPr txBox="1">
            <a:spLocks noGrp="1"/>
          </p:cNvSpPr>
          <p:nvPr>
            <p:ph type="sldNum" idx="12"/>
          </p:nvPr>
        </p:nvSpPr>
        <p:spPr>
          <a:xfrm>
            <a:off x="20463548" y="33909641"/>
            <a:ext cx="2712000" cy="1916700"/>
          </a:xfrm>
          <a:prstGeom prst="rect">
            <a:avLst/>
          </a:prstGeom>
          <a:noFill/>
          <a:ln>
            <a:noFill/>
          </a:ln>
        </p:spPr>
        <p:txBody>
          <a:bodyPr spcFirstLastPara="1" wrap="square" lIns="71650" tIns="35825" rIns="71650" bIns="358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Diapositiva de título" type="title">
  <p:cSld name="TITLE">
    <p:spTree>
      <p:nvGrpSpPr>
        <p:cNvPr id="1" name="Shape 25"/>
        <p:cNvGrpSpPr/>
        <p:nvPr/>
      </p:nvGrpSpPr>
      <p:grpSpPr>
        <a:xfrm>
          <a:off x="0" y="0"/>
          <a:ext cx="0" cy="0"/>
          <a:chOff x="0" y="0"/>
          <a:chExt cx="0" cy="0"/>
        </a:xfrm>
      </p:grpSpPr>
      <p:sp>
        <p:nvSpPr>
          <p:cNvPr id="26" name="Google Shape;26;p4"/>
          <p:cNvSpPr/>
          <p:nvPr/>
        </p:nvSpPr>
        <p:spPr>
          <a:xfrm>
            <a:off x="6566" y="33600000"/>
            <a:ext cx="25193400" cy="2400000"/>
          </a:xfrm>
          <a:prstGeom prst="rect">
            <a:avLst/>
          </a:prstGeom>
          <a:solidFill>
            <a:schemeClr val="accent2"/>
          </a:solidFill>
          <a:ln>
            <a:noFill/>
          </a:ln>
        </p:spPr>
        <p:txBody>
          <a:bodyPr spcFirstLastPara="1" wrap="square" lIns="71650" tIns="71650" rIns="71650" bIns="71650" anchor="ctr" anchorCtr="0">
            <a:noAutofit/>
          </a:bodyPr>
          <a:lstStyle/>
          <a:p>
            <a:pPr marL="0" lvl="0" indent="0" algn="l" rtl="0">
              <a:spcBef>
                <a:spcPts val="0"/>
              </a:spcBef>
              <a:spcAft>
                <a:spcPts val="0"/>
              </a:spcAft>
              <a:buNone/>
            </a:pPr>
            <a:endParaRPr dirty="0"/>
          </a:p>
        </p:txBody>
      </p:sp>
      <p:sp>
        <p:nvSpPr>
          <p:cNvPr id="27" name="Google Shape;27;p4"/>
          <p:cNvSpPr/>
          <p:nvPr/>
        </p:nvSpPr>
        <p:spPr>
          <a:xfrm>
            <a:off x="34" y="33251003"/>
            <a:ext cx="25193400" cy="336000"/>
          </a:xfrm>
          <a:prstGeom prst="rect">
            <a:avLst/>
          </a:prstGeom>
          <a:solidFill>
            <a:schemeClr val="accent1"/>
          </a:solidFill>
          <a:ln>
            <a:noFill/>
          </a:ln>
        </p:spPr>
        <p:txBody>
          <a:bodyPr spcFirstLastPara="1" wrap="square" lIns="71650" tIns="71650" rIns="71650" bIns="71650" anchor="ctr" anchorCtr="0">
            <a:noAutofit/>
          </a:bodyPr>
          <a:lstStyle/>
          <a:p>
            <a:pPr marL="0" lvl="0" indent="0" algn="l" rtl="0">
              <a:spcBef>
                <a:spcPts val="0"/>
              </a:spcBef>
              <a:spcAft>
                <a:spcPts val="0"/>
              </a:spcAft>
              <a:buNone/>
            </a:pPr>
            <a:endParaRPr dirty="0"/>
          </a:p>
        </p:txBody>
      </p:sp>
      <p:sp>
        <p:nvSpPr>
          <p:cNvPr id="28" name="Google Shape;28;p4"/>
          <p:cNvSpPr txBox="1">
            <a:spLocks noGrp="1"/>
          </p:cNvSpPr>
          <p:nvPr>
            <p:ph type="ctrTitle"/>
          </p:nvPr>
        </p:nvSpPr>
        <p:spPr>
          <a:xfrm>
            <a:off x="2268000" y="3984000"/>
            <a:ext cx="20790000" cy="18720000"/>
          </a:xfrm>
          <a:prstGeom prst="rect">
            <a:avLst/>
          </a:prstGeom>
          <a:noFill/>
          <a:ln>
            <a:noFill/>
          </a:ln>
        </p:spPr>
        <p:txBody>
          <a:bodyPr spcFirstLastPara="1" wrap="square" lIns="71650" tIns="35825" rIns="71650" bIns="35825" anchor="b" anchorCtr="0">
            <a:normAutofit/>
          </a:bodyPr>
          <a:lstStyle>
            <a:lvl1pPr lvl="0" algn="l">
              <a:lnSpc>
                <a:spcPct val="85000"/>
              </a:lnSpc>
              <a:spcBef>
                <a:spcPts val="0"/>
              </a:spcBef>
              <a:spcAft>
                <a:spcPts val="0"/>
              </a:spcAft>
              <a:buClr>
                <a:srgbClr val="262626"/>
              </a:buClr>
              <a:buSzPts val="22600"/>
              <a:buFont typeface="Calibri"/>
              <a:buNone/>
              <a:defRPr sz="22600">
                <a:solidFill>
                  <a:srgbClr val="26262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9" name="Google Shape;29;p4"/>
          <p:cNvSpPr txBox="1">
            <a:spLocks noGrp="1"/>
          </p:cNvSpPr>
          <p:nvPr>
            <p:ph type="subTitle" idx="1"/>
          </p:nvPr>
        </p:nvSpPr>
        <p:spPr>
          <a:xfrm>
            <a:off x="2273727" y="23389086"/>
            <a:ext cx="20790000" cy="6000000"/>
          </a:xfrm>
          <a:prstGeom prst="rect">
            <a:avLst/>
          </a:prstGeom>
          <a:noFill/>
          <a:ln>
            <a:noFill/>
          </a:ln>
        </p:spPr>
        <p:txBody>
          <a:bodyPr spcFirstLastPara="1" wrap="square" lIns="71650" tIns="35825" rIns="71650" bIns="35825" anchor="t" anchorCtr="0">
            <a:normAutofit/>
          </a:bodyPr>
          <a:lstStyle>
            <a:lvl1pPr lvl="0" algn="l">
              <a:lnSpc>
                <a:spcPct val="90000"/>
              </a:lnSpc>
              <a:spcBef>
                <a:spcPts val="3400"/>
              </a:spcBef>
              <a:spcAft>
                <a:spcPts val="0"/>
              </a:spcAft>
              <a:buSzPts val="6800"/>
              <a:buNone/>
              <a:defRPr sz="6800" cap="none">
                <a:solidFill>
                  <a:schemeClr val="dk2"/>
                </a:solidFill>
                <a:latin typeface="Calibri"/>
                <a:ea typeface="Calibri"/>
                <a:cs typeface="Calibri"/>
                <a:sym typeface="Calibri"/>
              </a:defRPr>
            </a:lvl1pPr>
            <a:lvl2pPr lvl="1" algn="ctr">
              <a:lnSpc>
                <a:spcPct val="90000"/>
              </a:lnSpc>
              <a:spcBef>
                <a:spcPts val="600"/>
              </a:spcBef>
              <a:spcAft>
                <a:spcPts val="0"/>
              </a:spcAft>
              <a:buSzPts val="6800"/>
              <a:buNone/>
              <a:defRPr sz="6800"/>
            </a:lvl2pPr>
            <a:lvl3pPr lvl="2" algn="ctr">
              <a:lnSpc>
                <a:spcPct val="90000"/>
              </a:lnSpc>
              <a:spcBef>
                <a:spcPts val="1100"/>
              </a:spcBef>
              <a:spcAft>
                <a:spcPts val="0"/>
              </a:spcAft>
              <a:buSzPts val="6800"/>
              <a:buNone/>
              <a:defRPr sz="6800"/>
            </a:lvl3pPr>
            <a:lvl4pPr lvl="3" algn="ctr">
              <a:lnSpc>
                <a:spcPct val="90000"/>
              </a:lnSpc>
              <a:spcBef>
                <a:spcPts val="1100"/>
              </a:spcBef>
              <a:spcAft>
                <a:spcPts val="0"/>
              </a:spcAft>
              <a:buSzPts val="5600"/>
              <a:buNone/>
              <a:defRPr sz="5600"/>
            </a:lvl4pPr>
            <a:lvl5pPr lvl="4" algn="ctr">
              <a:lnSpc>
                <a:spcPct val="90000"/>
              </a:lnSpc>
              <a:spcBef>
                <a:spcPts val="1100"/>
              </a:spcBef>
              <a:spcAft>
                <a:spcPts val="0"/>
              </a:spcAft>
              <a:buSzPts val="5600"/>
              <a:buNone/>
              <a:defRPr sz="5600"/>
            </a:lvl5pPr>
            <a:lvl6pPr lvl="5" algn="ctr">
              <a:lnSpc>
                <a:spcPct val="90000"/>
              </a:lnSpc>
              <a:spcBef>
                <a:spcPts val="1100"/>
              </a:spcBef>
              <a:spcAft>
                <a:spcPts val="0"/>
              </a:spcAft>
              <a:buSzPts val="5600"/>
              <a:buNone/>
              <a:defRPr sz="5600"/>
            </a:lvl6pPr>
            <a:lvl7pPr lvl="6" algn="ctr">
              <a:lnSpc>
                <a:spcPct val="90000"/>
              </a:lnSpc>
              <a:spcBef>
                <a:spcPts val="1100"/>
              </a:spcBef>
              <a:spcAft>
                <a:spcPts val="0"/>
              </a:spcAft>
              <a:buSzPts val="5600"/>
              <a:buNone/>
              <a:defRPr sz="5600"/>
            </a:lvl7pPr>
            <a:lvl8pPr lvl="7" algn="ctr">
              <a:lnSpc>
                <a:spcPct val="90000"/>
              </a:lnSpc>
              <a:spcBef>
                <a:spcPts val="1100"/>
              </a:spcBef>
              <a:spcAft>
                <a:spcPts val="0"/>
              </a:spcAft>
              <a:buSzPts val="5600"/>
              <a:buNone/>
              <a:defRPr sz="5600"/>
            </a:lvl8pPr>
            <a:lvl9pPr lvl="8" algn="ctr">
              <a:lnSpc>
                <a:spcPct val="90000"/>
              </a:lnSpc>
              <a:spcBef>
                <a:spcPts val="1100"/>
              </a:spcBef>
              <a:spcAft>
                <a:spcPts val="1100"/>
              </a:spcAft>
              <a:buSzPts val="5600"/>
              <a:buNone/>
              <a:defRPr sz="5600"/>
            </a:lvl9pPr>
          </a:lstStyle>
          <a:p>
            <a:endParaRPr/>
          </a:p>
        </p:txBody>
      </p:sp>
      <p:sp>
        <p:nvSpPr>
          <p:cNvPr id="30" name="Google Shape;30;p4"/>
          <p:cNvSpPr txBox="1">
            <a:spLocks noGrp="1"/>
          </p:cNvSpPr>
          <p:nvPr>
            <p:ph type="dt" idx="10"/>
          </p:nvPr>
        </p:nvSpPr>
        <p:spPr>
          <a:xfrm>
            <a:off x="2268004" y="33909641"/>
            <a:ext cx="5109900" cy="1916700"/>
          </a:xfrm>
          <a:prstGeom prst="rect">
            <a:avLst/>
          </a:prstGeom>
          <a:noFill/>
          <a:ln>
            <a:noFill/>
          </a:ln>
        </p:spPr>
        <p:txBody>
          <a:bodyPr spcFirstLastPara="1" wrap="square" lIns="71650" tIns="35825" rIns="71650" bIns="3582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31" name="Google Shape;31;p4"/>
          <p:cNvSpPr txBox="1">
            <a:spLocks noGrp="1"/>
          </p:cNvSpPr>
          <p:nvPr>
            <p:ph type="ftr" idx="11"/>
          </p:nvPr>
        </p:nvSpPr>
        <p:spPr>
          <a:xfrm>
            <a:off x="7619085" y="33909641"/>
            <a:ext cx="9968400" cy="1916700"/>
          </a:xfrm>
          <a:prstGeom prst="rect">
            <a:avLst/>
          </a:prstGeom>
          <a:noFill/>
          <a:ln>
            <a:noFill/>
          </a:ln>
        </p:spPr>
        <p:txBody>
          <a:bodyPr spcFirstLastPara="1" wrap="square" lIns="71650" tIns="35825" rIns="71650" bIns="3582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32" name="Google Shape;32;p4"/>
          <p:cNvSpPr txBox="1">
            <a:spLocks noGrp="1"/>
          </p:cNvSpPr>
          <p:nvPr>
            <p:ph type="sldNum" idx="12"/>
          </p:nvPr>
        </p:nvSpPr>
        <p:spPr>
          <a:xfrm>
            <a:off x="20463548" y="33909641"/>
            <a:ext cx="2712000" cy="1916700"/>
          </a:xfrm>
          <a:prstGeom prst="rect">
            <a:avLst/>
          </a:prstGeom>
          <a:noFill/>
          <a:ln>
            <a:noFill/>
          </a:ln>
        </p:spPr>
        <p:txBody>
          <a:bodyPr spcFirstLastPara="1" wrap="square" lIns="71650" tIns="35825" rIns="71650" bIns="358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dirty="0"/>
          </a:p>
        </p:txBody>
      </p:sp>
      <p:cxnSp>
        <p:nvCxnSpPr>
          <p:cNvPr id="33" name="Google Shape;33;p4"/>
          <p:cNvCxnSpPr/>
          <p:nvPr/>
        </p:nvCxnSpPr>
        <p:spPr>
          <a:xfrm>
            <a:off x="2496145" y="22800000"/>
            <a:ext cx="2041200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2268000" y="1504486"/>
            <a:ext cx="20790000" cy="7615500"/>
          </a:xfrm>
          <a:prstGeom prst="rect">
            <a:avLst/>
          </a:prstGeom>
          <a:noFill/>
          <a:ln>
            <a:noFill/>
          </a:ln>
        </p:spPr>
        <p:txBody>
          <a:bodyPr spcFirstLastPara="1" wrap="square" lIns="71650" tIns="35825" rIns="71650" bIns="35825" anchor="b" anchorCtr="0">
            <a:normAutofit/>
          </a:bodyPr>
          <a:lstStyle>
            <a:lvl1pPr lvl="0" algn="l">
              <a:lnSpc>
                <a:spcPct val="85000"/>
              </a:lnSpc>
              <a:spcBef>
                <a:spcPts val="0"/>
              </a:spcBef>
              <a:spcAft>
                <a:spcPts val="0"/>
              </a:spcAft>
              <a:buClr>
                <a:srgbClr val="3F3F3F"/>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6" name="Google Shape;36;p5"/>
          <p:cNvSpPr txBox="1">
            <a:spLocks noGrp="1"/>
          </p:cNvSpPr>
          <p:nvPr>
            <p:ph type="body" idx="1"/>
          </p:nvPr>
        </p:nvSpPr>
        <p:spPr>
          <a:xfrm>
            <a:off x="2267998" y="9688893"/>
            <a:ext cx="20790000" cy="21120000"/>
          </a:xfrm>
          <a:prstGeom prst="rect">
            <a:avLst/>
          </a:prstGeom>
          <a:noFill/>
          <a:ln>
            <a:noFill/>
          </a:ln>
        </p:spPr>
        <p:txBody>
          <a:bodyPr spcFirstLastPara="1" wrap="square" lIns="0" tIns="35825" rIns="0" bIns="35825" anchor="t" anchorCtr="0">
            <a:normAutofit/>
          </a:bodyPr>
          <a:lstStyle>
            <a:lvl1pPr marL="457200" lvl="0" indent="-317500" algn="l">
              <a:lnSpc>
                <a:spcPct val="90000"/>
              </a:lnSpc>
              <a:spcBef>
                <a:spcPts val="3400"/>
              </a:spcBef>
              <a:spcAft>
                <a:spcPts val="0"/>
              </a:spcAft>
              <a:buSzPts val="1400"/>
              <a:buChar char=" "/>
              <a:defRPr/>
            </a:lvl1pPr>
            <a:lvl2pPr marL="914400" lvl="1" indent="-317500" algn="l">
              <a:lnSpc>
                <a:spcPct val="90000"/>
              </a:lnSpc>
              <a:spcBef>
                <a:spcPts val="600"/>
              </a:spcBef>
              <a:spcAft>
                <a:spcPts val="0"/>
              </a:spcAft>
              <a:buSzPts val="1400"/>
              <a:buChar char="◦"/>
              <a:defRPr/>
            </a:lvl2pPr>
            <a:lvl3pPr marL="1371600" lvl="2" indent="-317500" algn="l">
              <a:lnSpc>
                <a:spcPct val="90000"/>
              </a:lnSpc>
              <a:spcBef>
                <a:spcPts val="1100"/>
              </a:spcBef>
              <a:spcAft>
                <a:spcPts val="0"/>
              </a:spcAft>
              <a:buSzPts val="1400"/>
              <a:buChar char="◦"/>
              <a:defRPr/>
            </a:lvl3pPr>
            <a:lvl4pPr marL="1828800" lvl="3" indent="-317500" algn="l">
              <a:lnSpc>
                <a:spcPct val="90000"/>
              </a:lnSpc>
              <a:spcBef>
                <a:spcPts val="1100"/>
              </a:spcBef>
              <a:spcAft>
                <a:spcPts val="0"/>
              </a:spcAft>
              <a:buSzPts val="1400"/>
              <a:buChar char="◦"/>
              <a:defRPr/>
            </a:lvl4pPr>
            <a:lvl5pPr marL="2286000" lvl="4" indent="-317500" algn="l">
              <a:lnSpc>
                <a:spcPct val="90000"/>
              </a:lnSpc>
              <a:spcBef>
                <a:spcPts val="1100"/>
              </a:spcBef>
              <a:spcAft>
                <a:spcPts val="0"/>
              </a:spcAft>
              <a:buSzPts val="1400"/>
              <a:buChar char="◦"/>
              <a:defRPr/>
            </a:lvl5pPr>
            <a:lvl6pPr marL="2743200" lvl="5" indent="-317500" algn="l">
              <a:lnSpc>
                <a:spcPct val="90000"/>
              </a:lnSpc>
              <a:spcBef>
                <a:spcPts val="1100"/>
              </a:spcBef>
              <a:spcAft>
                <a:spcPts val="0"/>
              </a:spcAft>
              <a:buSzPts val="1400"/>
              <a:buChar char="◦"/>
              <a:defRPr/>
            </a:lvl6pPr>
            <a:lvl7pPr marL="3200400" lvl="6" indent="-317500" algn="l">
              <a:lnSpc>
                <a:spcPct val="90000"/>
              </a:lnSpc>
              <a:spcBef>
                <a:spcPts val="1100"/>
              </a:spcBef>
              <a:spcAft>
                <a:spcPts val="0"/>
              </a:spcAft>
              <a:buSzPts val="1400"/>
              <a:buChar char="◦"/>
              <a:defRPr/>
            </a:lvl7pPr>
            <a:lvl8pPr marL="3657600" lvl="7" indent="-317500" algn="l">
              <a:lnSpc>
                <a:spcPct val="90000"/>
              </a:lnSpc>
              <a:spcBef>
                <a:spcPts val="1100"/>
              </a:spcBef>
              <a:spcAft>
                <a:spcPts val="0"/>
              </a:spcAft>
              <a:buSzPts val="1400"/>
              <a:buChar char="◦"/>
              <a:defRPr/>
            </a:lvl8pPr>
            <a:lvl9pPr marL="4114800" lvl="8" indent="-317500" algn="l">
              <a:lnSpc>
                <a:spcPct val="90000"/>
              </a:lnSpc>
              <a:spcBef>
                <a:spcPts val="1100"/>
              </a:spcBef>
              <a:spcAft>
                <a:spcPts val="1100"/>
              </a:spcAft>
              <a:buSzPts val="1400"/>
              <a:buChar char="◦"/>
              <a:defRPr/>
            </a:lvl9pPr>
          </a:lstStyle>
          <a:p>
            <a:endParaRPr/>
          </a:p>
        </p:txBody>
      </p:sp>
      <p:sp>
        <p:nvSpPr>
          <p:cNvPr id="37" name="Google Shape;37;p5"/>
          <p:cNvSpPr txBox="1">
            <a:spLocks noGrp="1"/>
          </p:cNvSpPr>
          <p:nvPr>
            <p:ph type="dt" idx="10"/>
          </p:nvPr>
        </p:nvSpPr>
        <p:spPr>
          <a:xfrm>
            <a:off x="2268004" y="33909641"/>
            <a:ext cx="5109900" cy="1916700"/>
          </a:xfrm>
          <a:prstGeom prst="rect">
            <a:avLst/>
          </a:prstGeom>
          <a:noFill/>
          <a:ln>
            <a:noFill/>
          </a:ln>
        </p:spPr>
        <p:txBody>
          <a:bodyPr spcFirstLastPara="1" wrap="square" lIns="71650" tIns="35825" rIns="71650" bIns="3582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38" name="Google Shape;38;p5"/>
          <p:cNvSpPr txBox="1">
            <a:spLocks noGrp="1"/>
          </p:cNvSpPr>
          <p:nvPr>
            <p:ph type="ftr" idx="11"/>
          </p:nvPr>
        </p:nvSpPr>
        <p:spPr>
          <a:xfrm>
            <a:off x="7619085" y="33909641"/>
            <a:ext cx="9968400" cy="1916700"/>
          </a:xfrm>
          <a:prstGeom prst="rect">
            <a:avLst/>
          </a:prstGeom>
          <a:noFill/>
          <a:ln>
            <a:noFill/>
          </a:ln>
        </p:spPr>
        <p:txBody>
          <a:bodyPr spcFirstLastPara="1" wrap="square" lIns="71650" tIns="35825" rIns="71650" bIns="3582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39" name="Google Shape;39;p5"/>
          <p:cNvSpPr txBox="1">
            <a:spLocks noGrp="1"/>
          </p:cNvSpPr>
          <p:nvPr>
            <p:ph type="sldNum" idx="12"/>
          </p:nvPr>
        </p:nvSpPr>
        <p:spPr>
          <a:xfrm>
            <a:off x="20463548" y="33909641"/>
            <a:ext cx="2712000" cy="1916700"/>
          </a:xfrm>
          <a:prstGeom prst="rect">
            <a:avLst/>
          </a:prstGeom>
          <a:noFill/>
          <a:ln>
            <a:noFill/>
          </a:ln>
        </p:spPr>
        <p:txBody>
          <a:bodyPr spcFirstLastPara="1" wrap="square" lIns="71650" tIns="35825" rIns="71650" bIns="358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Encabezado de sección" type="secHead">
  <p:cSld name="SECTION_HEADER">
    <p:bg>
      <p:bgPr>
        <a:solidFill>
          <a:schemeClr val="lt1"/>
        </a:solidFill>
        <a:effectLst/>
      </p:bgPr>
    </p:bg>
    <p:spTree>
      <p:nvGrpSpPr>
        <p:cNvPr id="1" name="Shape 40"/>
        <p:cNvGrpSpPr/>
        <p:nvPr/>
      </p:nvGrpSpPr>
      <p:grpSpPr>
        <a:xfrm>
          <a:off x="0" y="0"/>
          <a:ext cx="0" cy="0"/>
          <a:chOff x="0" y="0"/>
          <a:chExt cx="0" cy="0"/>
        </a:xfrm>
      </p:grpSpPr>
      <p:sp>
        <p:nvSpPr>
          <p:cNvPr id="41" name="Google Shape;41;p6"/>
          <p:cNvSpPr/>
          <p:nvPr/>
        </p:nvSpPr>
        <p:spPr>
          <a:xfrm>
            <a:off x="6566" y="33600000"/>
            <a:ext cx="25193400" cy="2400000"/>
          </a:xfrm>
          <a:prstGeom prst="rect">
            <a:avLst/>
          </a:prstGeom>
          <a:solidFill>
            <a:schemeClr val="accent2"/>
          </a:solidFill>
          <a:ln>
            <a:noFill/>
          </a:ln>
        </p:spPr>
        <p:txBody>
          <a:bodyPr spcFirstLastPara="1" wrap="square" lIns="71650" tIns="71650" rIns="71650" bIns="71650" anchor="ctr" anchorCtr="0">
            <a:noAutofit/>
          </a:bodyPr>
          <a:lstStyle/>
          <a:p>
            <a:pPr marL="0" lvl="0" indent="0" algn="l" rtl="0">
              <a:spcBef>
                <a:spcPts val="0"/>
              </a:spcBef>
              <a:spcAft>
                <a:spcPts val="0"/>
              </a:spcAft>
              <a:buNone/>
            </a:pPr>
            <a:endParaRPr dirty="0"/>
          </a:p>
        </p:txBody>
      </p:sp>
      <p:sp>
        <p:nvSpPr>
          <p:cNvPr id="42" name="Google Shape;42;p6"/>
          <p:cNvSpPr/>
          <p:nvPr/>
        </p:nvSpPr>
        <p:spPr>
          <a:xfrm>
            <a:off x="34" y="33251003"/>
            <a:ext cx="25193400" cy="336000"/>
          </a:xfrm>
          <a:prstGeom prst="rect">
            <a:avLst/>
          </a:prstGeom>
          <a:solidFill>
            <a:schemeClr val="accent1"/>
          </a:solidFill>
          <a:ln>
            <a:noFill/>
          </a:ln>
        </p:spPr>
        <p:txBody>
          <a:bodyPr spcFirstLastPara="1" wrap="square" lIns="71650" tIns="71650" rIns="71650" bIns="71650" anchor="ctr" anchorCtr="0">
            <a:noAutofit/>
          </a:bodyPr>
          <a:lstStyle/>
          <a:p>
            <a:pPr marL="0" lvl="0" indent="0" algn="l" rtl="0">
              <a:spcBef>
                <a:spcPts val="0"/>
              </a:spcBef>
              <a:spcAft>
                <a:spcPts val="0"/>
              </a:spcAft>
              <a:buNone/>
            </a:pPr>
            <a:endParaRPr dirty="0"/>
          </a:p>
        </p:txBody>
      </p:sp>
      <p:sp>
        <p:nvSpPr>
          <p:cNvPr id="43" name="Google Shape;43;p6"/>
          <p:cNvSpPr txBox="1">
            <a:spLocks noGrp="1"/>
          </p:cNvSpPr>
          <p:nvPr>
            <p:ph type="title"/>
          </p:nvPr>
        </p:nvSpPr>
        <p:spPr>
          <a:xfrm>
            <a:off x="2268000" y="3984000"/>
            <a:ext cx="20790000" cy="18720000"/>
          </a:xfrm>
          <a:prstGeom prst="rect">
            <a:avLst/>
          </a:prstGeom>
          <a:noFill/>
          <a:ln>
            <a:noFill/>
          </a:ln>
        </p:spPr>
        <p:txBody>
          <a:bodyPr spcFirstLastPara="1" wrap="square" lIns="71650" tIns="35825" rIns="71650" bIns="35825" anchor="b" anchorCtr="0">
            <a:normAutofit/>
          </a:bodyPr>
          <a:lstStyle>
            <a:lvl1pPr lvl="0" algn="l">
              <a:lnSpc>
                <a:spcPct val="85000"/>
              </a:lnSpc>
              <a:spcBef>
                <a:spcPts val="0"/>
              </a:spcBef>
              <a:spcAft>
                <a:spcPts val="0"/>
              </a:spcAft>
              <a:buClr>
                <a:srgbClr val="262626"/>
              </a:buClr>
              <a:buSzPts val="22600"/>
              <a:buFont typeface="Calibri"/>
              <a:buNone/>
              <a:defRPr sz="22600" b="0">
                <a:solidFill>
                  <a:srgbClr val="26262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4" name="Google Shape;44;p6"/>
          <p:cNvSpPr txBox="1">
            <a:spLocks noGrp="1"/>
          </p:cNvSpPr>
          <p:nvPr>
            <p:ph type="body" idx="1"/>
          </p:nvPr>
        </p:nvSpPr>
        <p:spPr>
          <a:xfrm>
            <a:off x="2268000" y="23376000"/>
            <a:ext cx="20790000" cy="6000000"/>
          </a:xfrm>
          <a:prstGeom prst="rect">
            <a:avLst/>
          </a:prstGeom>
          <a:noFill/>
          <a:ln>
            <a:noFill/>
          </a:ln>
        </p:spPr>
        <p:txBody>
          <a:bodyPr spcFirstLastPara="1" wrap="square" lIns="71650" tIns="35825" rIns="71650" bIns="35825" anchor="t" anchorCtr="0">
            <a:normAutofit/>
          </a:bodyPr>
          <a:lstStyle>
            <a:lvl1pPr marL="457200" lvl="0" indent="-228600" algn="l">
              <a:lnSpc>
                <a:spcPct val="90000"/>
              </a:lnSpc>
              <a:spcBef>
                <a:spcPts val="3400"/>
              </a:spcBef>
              <a:spcAft>
                <a:spcPts val="0"/>
              </a:spcAft>
              <a:buSzPts val="6800"/>
              <a:buNone/>
              <a:defRPr sz="6800" cap="none">
                <a:solidFill>
                  <a:schemeClr val="dk2"/>
                </a:solidFill>
                <a:latin typeface="Calibri"/>
                <a:ea typeface="Calibri"/>
                <a:cs typeface="Calibri"/>
                <a:sym typeface="Calibri"/>
              </a:defRPr>
            </a:lvl1pPr>
            <a:lvl2pPr marL="914400" lvl="1" indent="-228600" algn="l">
              <a:lnSpc>
                <a:spcPct val="90000"/>
              </a:lnSpc>
              <a:spcBef>
                <a:spcPts val="600"/>
              </a:spcBef>
              <a:spcAft>
                <a:spcPts val="0"/>
              </a:spcAft>
              <a:buSzPts val="5100"/>
              <a:buNone/>
              <a:defRPr sz="5100">
                <a:solidFill>
                  <a:srgbClr val="888888"/>
                </a:solidFill>
              </a:defRPr>
            </a:lvl2pPr>
            <a:lvl3pPr marL="1371600" lvl="2" indent="-228600" algn="l">
              <a:lnSpc>
                <a:spcPct val="90000"/>
              </a:lnSpc>
              <a:spcBef>
                <a:spcPts val="1100"/>
              </a:spcBef>
              <a:spcAft>
                <a:spcPts val="0"/>
              </a:spcAft>
              <a:buSzPts val="4500"/>
              <a:buNone/>
              <a:defRPr sz="4500">
                <a:solidFill>
                  <a:srgbClr val="888888"/>
                </a:solidFill>
              </a:defRPr>
            </a:lvl3pPr>
            <a:lvl4pPr marL="1828800" lvl="3" indent="-228600" algn="l">
              <a:lnSpc>
                <a:spcPct val="90000"/>
              </a:lnSpc>
              <a:spcBef>
                <a:spcPts val="1100"/>
              </a:spcBef>
              <a:spcAft>
                <a:spcPts val="0"/>
              </a:spcAft>
              <a:buSzPts val="4000"/>
              <a:buNone/>
              <a:defRPr sz="4000">
                <a:solidFill>
                  <a:srgbClr val="888888"/>
                </a:solidFill>
              </a:defRPr>
            </a:lvl4pPr>
            <a:lvl5pPr marL="2286000" lvl="4" indent="-228600" algn="l">
              <a:lnSpc>
                <a:spcPct val="90000"/>
              </a:lnSpc>
              <a:spcBef>
                <a:spcPts val="1100"/>
              </a:spcBef>
              <a:spcAft>
                <a:spcPts val="0"/>
              </a:spcAft>
              <a:buSzPts val="4000"/>
              <a:buNone/>
              <a:defRPr sz="4000">
                <a:solidFill>
                  <a:srgbClr val="888888"/>
                </a:solidFill>
              </a:defRPr>
            </a:lvl5pPr>
            <a:lvl6pPr marL="2743200" lvl="5" indent="-228600" algn="l">
              <a:lnSpc>
                <a:spcPct val="90000"/>
              </a:lnSpc>
              <a:spcBef>
                <a:spcPts val="1100"/>
              </a:spcBef>
              <a:spcAft>
                <a:spcPts val="0"/>
              </a:spcAft>
              <a:buSzPts val="4000"/>
              <a:buNone/>
              <a:defRPr sz="4000">
                <a:solidFill>
                  <a:srgbClr val="888888"/>
                </a:solidFill>
              </a:defRPr>
            </a:lvl6pPr>
            <a:lvl7pPr marL="3200400" lvl="6" indent="-228600" algn="l">
              <a:lnSpc>
                <a:spcPct val="90000"/>
              </a:lnSpc>
              <a:spcBef>
                <a:spcPts val="1100"/>
              </a:spcBef>
              <a:spcAft>
                <a:spcPts val="0"/>
              </a:spcAft>
              <a:buSzPts val="4000"/>
              <a:buNone/>
              <a:defRPr sz="4000">
                <a:solidFill>
                  <a:srgbClr val="888888"/>
                </a:solidFill>
              </a:defRPr>
            </a:lvl7pPr>
            <a:lvl8pPr marL="3657600" lvl="7" indent="-228600" algn="l">
              <a:lnSpc>
                <a:spcPct val="90000"/>
              </a:lnSpc>
              <a:spcBef>
                <a:spcPts val="1100"/>
              </a:spcBef>
              <a:spcAft>
                <a:spcPts val="0"/>
              </a:spcAft>
              <a:buSzPts val="4000"/>
              <a:buNone/>
              <a:defRPr sz="4000">
                <a:solidFill>
                  <a:srgbClr val="888888"/>
                </a:solidFill>
              </a:defRPr>
            </a:lvl8pPr>
            <a:lvl9pPr marL="4114800" lvl="8" indent="-228600" algn="l">
              <a:lnSpc>
                <a:spcPct val="90000"/>
              </a:lnSpc>
              <a:spcBef>
                <a:spcPts val="1100"/>
              </a:spcBef>
              <a:spcAft>
                <a:spcPts val="1100"/>
              </a:spcAft>
              <a:buSzPts val="4000"/>
              <a:buNone/>
              <a:defRPr sz="4000">
                <a:solidFill>
                  <a:srgbClr val="888888"/>
                </a:solidFill>
              </a:defRPr>
            </a:lvl9pPr>
          </a:lstStyle>
          <a:p>
            <a:endParaRPr/>
          </a:p>
        </p:txBody>
      </p:sp>
      <p:sp>
        <p:nvSpPr>
          <p:cNvPr id="45" name="Google Shape;45;p6"/>
          <p:cNvSpPr txBox="1">
            <a:spLocks noGrp="1"/>
          </p:cNvSpPr>
          <p:nvPr>
            <p:ph type="dt" idx="10"/>
          </p:nvPr>
        </p:nvSpPr>
        <p:spPr>
          <a:xfrm>
            <a:off x="2268004" y="33909641"/>
            <a:ext cx="5109900" cy="1916700"/>
          </a:xfrm>
          <a:prstGeom prst="rect">
            <a:avLst/>
          </a:prstGeom>
          <a:noFill/>
          <a:ln>
            <a:noFill/>
          </a:ln>
        </p:spPr>
        <p:txBody>
          <a:bodyPr spcFirstLastPara="1" wrap="square" lIns="71650" tIns="35825" rIns="71650" bIns="3582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46" name="Google Shape;46;p6"/>
          <p:cNvSpPr txBox="1">
            <a:spLocks noGrp="1"/>
          </p:cNvSpPr>
          <p:nvPr>
            <p:ph type="ftr" idx="11"/>
          </p:nvPr>
        </p:nvSpPr>
        <p:spPr>
          <a:xfrm>
            <a:off x="7619085" y="33909641"/>
            <a:ext cx="9968400" cy="1916700"/>
          </a:xfrm>
          <a:prstGeom prst="rect">
            <a:avLst/>
          </a:prstGeom>
          <a:noFill/>
          <a:ln>
            <a:noFill/>
          </a:ln>
        </p:spPr>
        <p:txBody>
          <a:bodyPr spcFirstLastPara="1" wrap="square" lIns="71650" tIns="35825" rIns="71650" bIns="3582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47" name="Google Shape;47;p6"/>
          <p:cNvSpPr txBox="1">
            <a:spLocks noGrp="1"/>
          </p:cNvSpPr>
          <p:nvPr>
            <p:ph type="sldNum" idx="12"/>
          </p:nvPr>
        </p:nvSpPr>
        <p:spPr>
          <a:xfrm>
            <a:off x="20463548" y="33909641"/>
            <a:ext cx="2712000" cy="1916700"/>
          </a:xfrm>
          <a:prstGeom prst="rect">
            <a:avLst/>
          </a:prstGeom>
          <a:noFill/>
          <a:ln>
            <a:noFill/>
          </a:ln>
        </p:spPr>
        <p:txBody>
          <a:bodyPr spcFirstLastPara="1" wrap="square" lIns="71650" tIns="35825" rIns="71650" bIns="358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dirty="0"/>
          </a:p>
        </p:txBody>
      </p:sp>
      <p:cxnSp>
        <p:nvCxnSpPr>
          <p:cNvPr id="48" name="Google Shape;48;p6"/>
          <p:cNvCxnSpPr/>
          <p:nvPr/>
        </p:nvCxnSpPr>
        <p:spPr>
          <a:xfrm>
            <a:off x="2496145" y="22800000"/>
            <a:ext cx="2041200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2268000" y="1504486"/>
            <a:ext cx="20790000" cy="7615500"/>
          </a:xfrm>
          <a:prstGeom prst="rect">
            <a:avLst/>
          </a:prstGeom>
          <a:noFill/>
          <a:ln>
            <a:noFill/>
          </a:ln>
        </p:spPr>
        <p:txBody>
          <a:bodyPr spcFirstLastPara="1" wrap="square" lIns="71650" tIns="35825" rIns="71650" bIns="35825" anchor="b" anchorCtr="0">
            <a:normAutofit/>
          </a:bodyPr>
          <a:lstStyle>
            <a:lvl1pPr lvl="0" algn="l">
              <a:lnSpc>
                <a:spcPct val="85000"/>
              </a:lnSpc>
              <a:spcBef>
                <a:spcPts val="0"/>
              </a:spcBef>
              <a:spcAft>
                <a:spcPts val="0"/>
              </a:spcAft>
              <a:buClr>
                <a:srgbClr val="3F3F3F"/>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1" name="Google Shape;51;p7"/>
          <p:cNvSpPr txBox="1">
            <a:spLocks noGrp="1"/>
          </p:cNvSpPr>
          <p:nvPr>
            <p:ph type="body" idx="1"/>
          </p:nvPr>
        </p:nvSpPr>
        <p:spPr>
          <a:xfrm>
            <a:off x="2268000" y="9688893"/>
            <a:ext cx="10206000" cy="21120000"/>
          </a:xfrm>
          <a:prstGeom prst="rect">
            <a:avLst/>
          </a:prstGeom>
          <a:noFill/>
          <a:ln>
            <a:noFill/>
          </a:ln>
        </p:spPr>
        <p:txBody>
          <a:bodyPr spcFirstLastPara="1" wrap="square" lIns="0" tIns="35825" rIns="0" bIns="35825" anchor="t" anchorCtr="0">
            <a:normAutofit/>
          </a:bodyPr>
          <a:lstStyle>
            <a:lvl1pPr marL="457200" lvl="0" indent="-317500" algn="l">
              <a:lnSpc>
                <a:spcPct val="90000"/>
              </a:lnSpc>
              <a:spcBef>
                <a:spcPts val="3400"/>
              </a:spcBef>
              <a:spcAft>
                <a:spcPts val="0"/>
              </a:spcAft>
              <a:buSzPts val="1400"/>
              <a:buChar char=" "/>
              <a:defRPr/>
            </a:lvl1pPr>
            <a:lvl2pPr marL="914400" lvl="1" indent="-317500" algn="l">
              <a:lnSpc>
                <a:spcPct val="90000"/>
              </a:lnSpc>
              <a:spcBef>
                <a:spcPts val="600"/>
              </a:spcBef>
              <a:spcAft>
                <a:spcPts val="0"/>
              </a:spcAft>
              <a:buSzPts val="1400"/>
              <a:buChar char="◦"/>
              <a:defRPr/>
            </a:lvl2pPr>
            <a:lvl3pPr marL="1371600" lvl="2" indent="-317500" algn="l">
              <a:lnSpc>
                <a:spcPct val="90000"/>
              </a:lnSpc>
              <a:spcBef>
                <a:spcPts val="1100"/>
              </a:spcBef>
              <a:spcAft>
                <a:spcPts val="0"/>
              </a:spcAft>
              <a:buSzPts val="1400"/>
              <a:buChar char="◦"/>
              <a:defRPr/>
            </a:lvl3pPr>
            <a:lvl4pPr marL="1828800" lvl="3" indent="-317500" algn="l">
              <a:lnSpc>
                <a:spcPct val="90000"/>
              </a:lnSpc>
              <a:spcBef>
                <a:spcPts val="1100"/>
              </a:spcBef>
              <a:spcAft>
                <a:spcPts val="0"/>
              </a:spcAft>
              <a:buSzPts val="1400"/>
              <a:buChar char="◦"/>
              <a:defRPr/>
            </a:lvl4pPr>
            <a:lvl5pPr marL="2286000" lvl="4" indent="-317500" algn="l">
              <a:lnSpc>
                <a:spcPct val="90000"/>
              </a:lnSpc>
              <a:spcBef>
                <a:spcPts val="1100"/>
              </a:spcBef>
              <a:spcAft>
                <a:spcPts val="0"/>
              </a:spcAft>
              <a:buSzPts val="1400"/>
              <a:buChar char="◦"/>
              <a:defRPr/>
            </a:lvl5pPr>
            <a:lvl6pPr marL="2743200" lvl="5" indent="-317500" algn="l">
              <a:lnSpc>
                <a:spcPct val="90000"/>
              </a:lnSpc>
              <a:spcBef>
                <a:spcPts val="1100"/>
              </a:spcBef>
              <a:spcAft>
                <a:spcPts val="0"/>
              </a:spcAft>
              <a:buSzPts val="1400"/>
              <a:buChar char="◦"/>
              <a:defRPr/>
            </a:lvl6pPr>
            <a:lvl7pPr marL="3200400" lvl="6" indent="-317500" algn="l">
              <a:lnSpc>
                <a:spcPct val="90000"/>
              </a:lnSpc>
              <a:spcBef>
                <a:spcPts val="1100"/>
              </a:spcBef>
              <a:spcAft>
                <a:spcPts val="0"/>
              </a:spcAft>
              <a:buSzPts val="1400"/>
              <a:buChar char="◦"/>
              <a:defRPr/>
            </a:lvl7pPr>
            <a:lvl8pPr marL="3657600" lvl="7" indent="-317500" algn="l">
              <a:lnSpc>
                <a:spcPct val="90000"/>
              </a:lnSpc>
              <a:spcBef>
                <a:spcPts val="1100"/>
              </a:spcBef>
              <a:spcAft>
                <a:spcPts val="0"/>
              </a:spcAft>
              <a:buSzPts val="1400"/>
              <a:buChar char="◦"/>
              <a:defRPr/>
            </a:lvl8pPr>
            <a:lvl9pPr marL="4114800" lvl="8" indent="-317500" algn="l">
              <a:lnSpc>
                <a:spcPct val="90000"/>
              </a:lnSpc>
              <a:spcBef>
                <a:spcPts val="1100"/>
              </a:spcBef>
              <a:spcAft>
                <a:spcPts val="1100"/>
              </a:spcAft>
              <a:buSzPts val="1400"/>
              <a:buChar char="◦"/>
              <a:defRPr/>
            </a:lvl9pPr>
          </a:lstStyle>
          <a:p>
            <a:endParaRPr/>
          </a:p>
        </p:txBody>
      </p:sp>
      <p:sp>
        <p:nvSpPr>
          <p:cNvPr id="52" name="Google Shape;52;p7"/>
          <p:cNvSpPr txBox="1">
            <a:spLocks noGrp="1"/>
          </p:cNvSpPr>
          <p:nvPr>
            <p:ph type="body" idx="2"/>
          </p:nvPr>
        </p:nvSpPr>
        <p:spPr>
          <a:xfrm>
            <a:off x="12852000" y="9688905"/>
            <a:ext cx="10206000" cy="21120000"/>
          </a:xfrm>
          <a:prstGeom prst="rect">
            <a:avLst/>
          </a:prstGeom>
          <a:noFill/>
          <a:ln>
            <a:noFill/>
          </a:ln>
        </p:spPr>
        <p:txBody>
          <a:bodyPr spcFirstLastPara="1" wrap="square" lIns="0" tIns="35825" rIns="0" bIns="35825" anchor="t" anchorCtr="0">
            <a:normAutofit/>
          </a:bodyPr>
          <a:lstStyle>
            <a:lvl1pPr marL="457200" lvl="0" indent="-317500" algn="l">
              <a:lnSpc>
                <a:spcPct val="90000"/>
              </a:lnSpc>
              <a:spcBef>
                <a:spcPts val="3400"/>
              </a:spcBef>
              <a:spcAft>
                <a:spcPts val="0"/>
              </a:spcAft>
              <a:buSzPts val="1400"/>
              <a:buChar char=" "/>
              <a:defRPr/>
            </a:lvl1pPr>
            <a:lvl2pPr marL="914400" lvl="1" indent="-317500" algn="l">
              <a:lnSpc>
                <a:spcPct val="90000"/>
              </a:lnSpc>
              <a:spcBef>
                <a:spcPts val="600"/>
              </a:spcBef>
              <a:spcAft>
                <a:spcPts val="0"/>
              </a:spcAft>
              <a:buSzPts val="1400"/>
              <a:buChar char="◦"/>
              <a:defRPr/>
            </a:lvl2pPr>
            <a:lvl3pPr marL="1371600" lvl="2" indent="-317500" algn="l">
              <a:lnSpc>
                <a:spcPct val="90000"/>
              </a:lnSpc>
              <a:spcBef>
                <a:spcPts val="1100"/>
              </a:spcBef>
              <a:spcAft>
                <a:spcPts val="0"/>
              </a:spcAft>
              <a:buSzPts val="1400"/>
              <a:buChar char="◦"/>
              <a:defRPr/>
            </a:lvl3pPr>
            <a:lvl4pPr marL="1828800" lvl="3" indent="-317500" algn="l">
              <a:lnSpc>
                <a:spcPct val="90000"/>
              </a:lnSpc>
              <a:spcBef>
                <a:spcPts val="1100"/>
              </a:spcBef>
              <a:spcAft>
                <a:spcPts val="0"/>
              </a:spcAft>
              <a:buSzPts val="1400"/>
              <a:buChar char="◦"/>
              <a:defRPr/>
            </a:lvl4pPr>
            <a:lvl5pPr marL="2286000" lvl="4" indent="-317500" algn="l">
              <a:lnSpc>
                <a:spcPct val="90000"/>
              </a:lnSpc>
              <a:spcBef>
                <a:spcPts val="1100"/>
              </a:spcBef>
              <a:spcAft>
                <a:spcPts val="0"/>
              </a:spcAft>
              <a:buSzPts val="1400"/>
              <a:buChar char="◦"/>
              <a:defRPr/>
            </a:lvl5pPr>
            <a:lvl6pPr marL="2743200" lvl="5" indent="-317500" algn="l">
              <a:lnSpc>
                <a:spcPct val="90000"/>
              </a:lnSpc>
              <a:spcBef>
                <a:spcPts val="1100"/>
              </a:spcBef>
              <a:spcAft>
                <a:spcPts val="0"/>
              </a:spcAft>
              <a:buSzPts val="1400"/>
              <a:buChar char="◦"/>
              <a:defRPr/>
            </a:lvl6pPr>
            <a:lvl7pPr marL="3200400" lvl="6" indent="-317500" algn="l">
              <a:lnSpc>
                <a:spcPct val="90000"/>
              </a:lnSpc>
              <a:spcBef>
                <a:spcPts val="1100"/>
              </a:spcBef>
              <a:spcAft>
                <a:spcPts val="0"/>
              </a:spcAft>
              <a:buSzPts val="1400"/>
              <a:buChar char="◦"/>
              <a:defRPr/>
            </a:lvl7pPr>
            <a:lvl8pPr marL="3657600" lvl="7" indent="-317500" algn="l">
              <a:lnSpc>
                <a:spcPct val="90000"/>
              </a:lnSpc>
              <a:spcBef>
                <a:spcPts val="1100"/>
              </a:spcBef>
              <a:spcAft>
                <a:spcPts val="0"/>
              </a:spcAft>
              <a:buSzPts val="1400"/>
              <a:buChar char="◦"/>
              <a:defRPr/>
            </a:lvl8pPr>
            <a:lvl9pPr marL="4114800" lvl="8" indent="-317500" algn="l">
              <a:lnSpc>
                <a:spcPct val="90000"/>
              </a:lnSpc>
              <a:spcBef>
                <a:spcPts val="1100"/>
              </a:spcBef>
              <a:spcAft>
                <a:spcPts val="1100"/>
              </a:spcAft>
              <a:buSzPts val="1400"/>
              <a:buChar char="◦"/>
              <a:defRPr/>
            </a:lvl9pPr>
          </a:lstStyle>
          <a:p>
            <a:endParaRPr/>
          </a:p>
        </p:txBody>
      </p:sp>
      <p:sp>
        <p:nvSpPr>
          <p:cNvPr id="53" name="Google Shape;53;p7"/>
          <p:cNvSpPr txBox="1">
            <a:spLocks noGrp="1"/>
          </p:cNvSpPr>
          <p:nvPr>
            <p:ph type="dt" idx="10"/>
          </p:nvPr>
        </p:nvSpPr>
        <p:spPr>
          <a:xfrm>
            <a:off x="2268004" y="33909641"/>
            <a:ext cx="5109900" cy="1916700"/>
          </a:xfrm>
          <a:prstGeom prst="rect">
            <a:avLst/>
          </a:prstGeom>
          <a:noFill/>
          <a:ln>
            <a:noFill/>
          </a:ln>
        </p:spPr>
        <p:txBody>
          <a:bodyPr spcFirstLastPara="1" wrap="square" lIns="71650" tIns="35825" rIns="71650" bIns="3582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54" name="Google Shape;54;p7"/>
          <p:cNvSpPr txBox="1">
            <a:spLocks noGrp="1"/>
          </p:cNvSpPr>
          <p:nvPr>
            <p:ph type="ftr" idx="11"/>
          </p:nvPr>
        </p:nvSpPr>
        <p:spPr>
          <a:xfrm>
            <a:off x="7619085" y="33909641"/>
            <a:ext cx="9968400" cy="1916700"/>
          </a:xfrm>
          <a:prstGeom prst="rect">
            <a:avLst/>
          </a:prstGeom>
          <a:noFill/>
          <a:ln>
            <a:noFill/>
          </a:ln>
        </p:spPr>
        <p:txBody>
          <a:bodyPr spcFirstLastPara="1" wrap="square" lIns="71650" tIns="35825" rIns="71650" bIns="3582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55" name="Google Shape;55;p7"/>
          <p:cNvSpPr txBox="1">
            <a:spLocks noGrp="1"/>
          </p:cNvSpPr>
          <p:nvPr>
            <p:ph type="sldNum" idx="12"/>
          </p:nvPr>
        </p:nvSpPr>
        <p:spPr>
          <a:xfrm>
            <a:off x="20463548" y="33909641"/>
            <a:ext cx="2712000" cy="1916700"/>
          </a:xfrm>
          <a:prstGeom prst="rect">
            <a:avLst/>
          </a:prstGeom>
          <a:noFill/>
          <a:ln>
            <a:noFill/>
          </a:ln>
        </p:spPr>
        <p:txBody>
          <a:bodyPr spcFirstLastPara="1" wrap="square" lIns="71650" tIns="35825" rIns="71650" bIns="358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56"/>
        <p:cNvGrpSpPr/>
        <p:nvPr/>
      </p:nvGrpSpPr>
      <p:grpSpPr>
        <a:xfrm>
          <a:off x="0" y="0"/>
          <a:ext cx="0" cy="0"/>
          <a:chOff x="0" y="0"/>
          <a:chExt cx="0" cy="0"/>
        </a:xfrm>
      </p:grpSpPr>
      <p:sp>
        <p:nvSpPr>
          <p:cNvPr id="57" name="Google Shape;57;p8"/>
          <p:cNvSpPr txBox="1">
            <a:spLocks noGrp="1"/>
          </p:cNvSpPr>
          <p:nvPr>
            <p:ph type="title"/>
          </p:nvPr>
        </p:nvSpPr>
        <p:spPr>
          <a:xfrm>
            <a:off x="2268000" y="1504486"/>
            <a:ext cx="20790000" cy="7615500"/>
          </a:xfrm>
          <a:prstGeom prst="rect">
            <a:avLst/>
          </a:prstGeom>
          <a:noFill/>
          <a:ln>
            <a:noFill/>
          </a:ln>
        </p:spPr>
        <p:txBody>
          <a:bodyPr spcFirstLastPara="1" wrap="square" lIns="71650" tIns="35825" rIns="71650" bIns="35825" anchor="b" anchorCtr="0">
            <a:normAutofit/>
          </a:bodyPr>
          <a:lstStyle>
            <a:lvl1pPr lvl="0" algn="l">
              <a:lnSpc>
                <a:spcPct val="85000"/>
              </a:lnSpc>
              <a:spcBef>
                <a:spcPts val="0"/>
              </a:spcBef>
              <a:spcAft>
                <a:spcPts val="0"/>
              </a:spcAft>
              <a:buClr>
                <a:srgbClr val="3F3F3F"/>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8" name="Google Shape;58;p8"/>
          <p:cNvSpPr txBox="1">
            <a:spLocks noGrp="1"/>
          </p:cNvSpPr>
          <p:nvPr>
            <p:ph type="body" idx="1"/>
          </p:nvPr>
        </p:nvSpPr>
        <p:spPr>
          <a:xfrm>
            <a:off x="2268000" y="9690562"/>
            <a:ext cx="10206000" cy="3864900"/>
          </a:xfrm>
          <a:prstGeom prst="rect">
            <a:avLst/>
          </a:prstGeom>
          <a:noFill/>
          <a:ln>
            <a:noFill/>
          </a:ln>
        </p:spPr>
        <p:txBody>
          <a:bodyPr spcFirstLastPara="1" wrap="square" lIns="71650" tIns="35825" rIns="71650" bIns="35825" anchor="ctr" anchorCtr="0">
            <a:normAutofit/>
          </a:bodyPr>
          <a:lstStyle>
            <a:lvl1pPr marL="457200" lvl="0" indent="-228600" algn="l">
              <a:lnSpc>
                <a:spcPct val="90000"/>
              </a:lnSpc>
              <a:spcBef>
                <a:spcPts val="3400"/>
              </a:spcBef>
              <a:spcAft>
                <a:spcPts val="0"/>
              </a:spcAft>
              <a:buSzPts val="5600"/>
              <a:buNone/>
              <a:defRPr sz="5600" b="0" cap="none">
                <a:solidFill>
                  <a:schemeClr val="dk2"/>
                </a:solidFill>
              </a:defRPr>
            </a:lvl1pPr>
            <a:lvl2pPr marL="914400" lvl="1" indent="-228600" algn="l">
              <a:lnSpc>
                <a:spcPct val="90000"/>
              </a:lnSpc>
              <a:spcBef>
                <a:spcPts val="600"/>
              </a:spcBef>
              <a:spcAft>
                <a:spcPts val="0"/>
              </a:spcAft>
              <a:buSzPts val="5600"/>
              <a:buNone/>
              <a:defRPr sz="5600" b="1"/>
            </a:lvl2pPr>
            <a:lvl3pPr marL="1371600" lvl="2" indent="-228600" algn="l">
              <a:lnSpc>
                <a:spcPct val="90000"/>
              </a:lnSpc>
              <a:spcBef>
                <a:spcPts val="1100"/>
              </a:spcBef>
              <a:spcAft>
                <a:spcPts val="0"/>
              </a:spcAft>
              <a:buSzPts val="5100"/>
              <a:buNone/>
              <a:defRPr sz="5100" b="1"/>
            </a:lvl3pPr>
            <a:lvl4pPr marL="1828800" lvl="3" indent="-228600" algn="l">
              <a:lnSpc>
                <a:spcPct val="90000"/>
              </a:lnSpc>
              <a:spcBef>
                <a:spcPts val="1100"/>
              </a:spcBef>
              <a:spcAft>
                <a:spcPts val="0"/>
              </a:spcAft>
              <a:buSzPts val="4500"/>
              <a:buNone/>
              <a:defRPr sz="4500" b="1"/>
            </a:lvl4pPr>
            <a:lvl5pPr marL="2286000" lvl="4" indent="-228600" algn="l">
              <a:lnSpc>
                <a:spcPct val="90000"/>
              </a:lnSpc>
              <a:spcBef>
                <a:spcPts val="1100"/>
              </a:spcBef>
              <a:spcAft>
                <a:spcPts val="0"/>
              </a:spcAft>
              <a:buSzPts val="4500"/>
              <a:buNone/>
              <a:defRPr sz="4500" b="1"/>
            </a:lvl5pPr>
            <a:lvl6pPr marL="2743200" lvl="5" indent="-228600" algn="l">
              <a:lnSpc>
                <a:spcPct val="90000"/>
              </a:lnSpc>
              <a:spcBef>
                <a:spcPts val="1100"/>
              </a:spcBef>
              <a:spcAft>
                <a:spcPts val="0"/>
              </a:spcAft>
              <a:buSzPts val="4500"/>
              <a:buNone/>
              <a:defRPr sz="4500" b="1"/>
            </a:lvl6pPr>
            <a:lvl7pPr marL="3200400" lvl="6" indent="-228600" algn="l">
              <a:lnSpc>
                <a:spcPct val="90000"/>
              </a:lnSpc>
              <a:spcBef>
                <a:spcPts val="1100"/>
              </a:spcBef>
              <a:spcAft>
                <a:spcPts val="0"/>
              </a:spcAft>
              <a:buSzPts val="4500"/>
              <a:buNone/>
              <a:defRPr sz="4500" b="1"/>
            </a:lvl7pPr>
            <a:lvl8pPr marL="3657600" lvl="7" indent="-228600" algn="l">
              <a:lnSpc>
                <a:spcPct val="90000"/>
              </a:lnSpc>
              <a:spcBef>
                <a:spcPts val="1100"/>
              </a:spcBef>
              <a:spcAft>
                <a:spcPts val="0"/>
              </a:spcAft>
              <a:buSzPts val="4500"/>
              <a:buNone/>
              <a:defRPr sz="4500" b="1"/>
            </a:lvl8pPr>
            <a:lvl9pPr marL="4114800" lvl="8" indent="-228600" algn="l">
              <a:lnSpc>
                <a:spcPct val="90000"/>
              </a:lnSpc>
              <a:spcBef>
                <a:spcPts val="1100"/>
              </a:spcBef>
              <a:spcAft>
                <a:spcPts val="1100"/>
              </a:spcAft>
              <a:buSzPts val="4500"/>
              <a:buNone/>
              <a:defRPr sz="4500" b="1"/>
            </a:lvl9pPr>
          </a:lstStyle>
          <a:p>
            <a:endParaRPr/>
          </a:p>
        </p:txBody>
      </p:sp>
      <p:sp>
        <p:nvSpPr>
          <p:cNvPr id="59" name="Google Shape;59;p8"/>
          <p:cNvSpPr txBox="1">
            <a:spLocks noGrp="1"/>
          </p:cNvSpPr>
          <p:nvPr>
            <p:ph type="body" idx="2"/>
          </p:nvPr>
        </p:nvSpPr>
        <p:spPr>
          <a:xfrm>
            <a:off x="2268000" y="13555559"/>
            <a:ext cx="10206000" cy="17253300"/>
          </a:xfrm>
          <a:prstGeom prst="rect">
            <a:avLst/>
          </a:prstGeom>
          <a:noFill/>
          <a:ln>
            <a:noFill/>
          </a:ln>
        </p:spPr>
        <p:txBody>
          <a:bodyPr spcFirstLastPara="1" wrap="square" lIns="0" tIns="35825" rIns="0" bIns="35825" anchor="t" anchorCtr="0">
            <a:normAutofit/>
          </a:bodyPr>
          <a:lstStyle>
            <a:lvl1pPr marL="457200" lvl="0" indent="-317500" algn="l">
              <a:lnSpc>
                <a:spcPct val="90000"/>
              </a:lnSpc>
              <a:spcBef>
                <a:spcPts val="3400"/>
              </a:spcBef>
              <a:spcAft>
                <a:spcPts val="0"/>
              </a:spcAft>
              <a:buSzPts val="1400"/>
              <a:buChar char=" "/>
              <a:defRPr/>
            </a:lvl1pPr>
            <a:lvl2pPr marL="914400" lvl="1" indent="-317500" algn="l">
              <a:lnSpc>
                <a:spcPct val="90000"/>
              </a:lnSpc>
              <a:spcBef>
                <a:spcPts val="600"/>
              </a:spcBef>
              <a:spcAft>
                <a:spcPts val="0"/>
              </a:spcAft>
              <a:buSzPts val="1400"/>
              <a:buChar char="◦"/>
              <a:defRPr/>
            </a:lvl2pPr>
            <a:lvl3pPr marL="1371600" lvl="2" indent="-317500" algn="l">
              <a:lnSpc>
                <a:spcPct val="90000"/>
              </a:lnSpc>
              <a:spcBef>
                <a:spcPts val="1100"/>
              </a:spcBef>
              <a:spcAft>
                <a:spcPts val="0"/>
              </a:spcAft>
              <a:buSzPts val="1400"/>
              <a:buChar char="◦"/>
              <a:defRPr/>
            </a:lvl3pPr>
            <a:lvl4pPr marL="1828800" lvl="3" indent="-317500" algn="l">
              <a:lnSpc>
                <a:spcPct val="90000"/>
              </a:lnSpc>
              <a:spcBef>
                <a:spcPts val="1100"/>
              </a:spcBef>
              <a:spcAft>
                <a:spcPts val="0"/>
              </a:spcAft>
              <a:buSzPts val="1400"/>
              <a:buChar char="◦"/>
              <a:defRPr/>
            </a:lvl4pPr>
            <a:lvl5pPr marL="2286000" lvl="4" indent="-317500" algn="l">
              <a:lnSpc>
                <a:spcPct val="90000"/>
              </a:lnSpc>
              <a:spcBef>
                <a:spcPts val="1100"/>
              </a:spcBef>
              <a:spcAft>
                <a:spcPts val="0"/>
              </a:spcAft>
              <a:buSzPts val="1400"/>
              <a:buChar char="◦"/>
              <a:defRPr/>
            </a:lvl5pPr>
            <a:lvl6pPr marL="2743200" lvl="5" indent="-317500" algn="l">
              <a:lnSpc>
                <a:spcPct val="90000"/>
              </a:lnSpc>
              <a:spcBef>
                <a:spcPts val="1100"/>
              </a:spcBef>
              <a:spcAft>
                <a:spcPts val="0"/>
              </a:spcAft>
              <a:buSzPts val="1400"/>
              <a:buChar char="◦"/>
              <a:defRPr/>
            </a:lvl6pPr>
            <a:lvl7pPr marL="3200400" lvl="6" indent="-317500" algn="l">
              <a:lnSpc>
                <a:spcPct val="90000"/>
              </a:lnSpc>
              <a:spcBef>
                <a:spcPts val="1100"/>
              </a:spcBef>
              <a:spcAft>
                <a:spcPts val="0"/>
              </a:spcAft>
              <a:buSzPts val="1400"/>
              <a:buChar char="◦"/>
              <a:defRPr/>
            </a:lvl7pPr>
            <a:lvl8pPr marL="3657600" lvl="7" indent="-317500" algn="l">
              <a:lnSpc>
                <a:spcPct val="90000"/>
              </a:lnSpc>
              <a:spcBef>
                <a:spcPts val="1100"/>
              </a:spcBef>
              <a:spcAft>
                <a:spcPts val="0"/>
              </a:spcAft>
              <a:buSzPts val="1400"/>
              <a:buChar char="◦"/>
              <a:defRPr/>
            </a:lvl8pPr>
            <a:lvl9pPr marL="4114800" lvl="8" indent="-317500" algn="l">
              <a:lnSpc>
                <a:spcPct val="90000"/>
              </a:lnSpc>
              <a:spcBef>
                <a:spcPts val="1100"/>
              </a:spcBef>
              <a:spcAft>
                <a:spcPts val="1100"/>
              </a:spcAft>
              <a:buSzPts val="1400"/>
              <a:buChar char="◦"/>
              <a:defRPr/>
            </a:lvl9pPr>
          </a:lstStyle>
          <a:p>
            <a:endParaRPr/>
          </a:p>
        </p:txBody>
      </p:sp>
      <p:sp>
        <p:nvSpPr>
          <p:cNvPr id="60" name="Google Shape;60;p8"/>
          <p:cNvSpPr txBox="1">
            <a:spLocks noGrp="1"/>
          </p:cNvSpPr>
          <p:nvPr>
            <p:ph type="body" idx="3"/>
          </p:nvPr>
        </p:nvSpPr>
        <p:spPr>
          <a:xfrm>
            <a:off x="12852000" y="9690562"/>
            <a:ext cx="10206000" cy="3864900"/>
          </a:xfrm>
          <a:prstGeom prst="rect">
            <a:avLst/>
          </a:prstGeom>
          <a:noFill/>
          <a:ln>
            <a:noFill/>
          </a:ln>
        </p:spPr>
        <p:txBody>
          <a:bodyPr spcFirstLastPara="1" wrap="square" lIns="71650" tIns="35825" rIns="71650" bIns="35825" anchor="ctr" anchorCtr="0">
            <a:normAutofit/>
          </a:bodyPr>
          <a:lstStyle>
            <a:lvl1pPr marL="457200" lvl="0" indent="-228600" algn="l">
              <a:lnSpc>
                <a:spcPct val="90000"/>
              </a:lnSpc>
              <a:spcBef>
                <a:spcPts val="3400"/>
              </a:spcBef>
              <a:spcAft>
                <a:spcPts val="0"/>
              </a:spcAft>
              <a:buSzPts val="5600"/>
              <a:buNone/>
              <a:defRPr sz="5600" b="0" cap="none">
                <a:solidFill>
                  <a:schemeClr val="dk2"/>
                </a:solidFill>
              </a:defRPr>
            </a:lvl1pPr>
            <a:lvl2pPr marL="914400" lvl="1" indent="-228600" algn="l">
              <a:lnSpc>
                <a:spcPct val="90000"/>
              </a:lnSpc>
              <a:spcBef>
                <a:spcPts val="600"/>
              </a:spcBef>
              <a:spcAft>
                <a:spcPts val="0"/>
              </a:spcAft>
              <a:buSzPts val="5600"/>
              <a:buNone/>
              <a:defRPr sz="5600" b="1"/>
            </a:lvl2pPr>
            <a:lvl3pPr marL="1371600" lvl="2" indent="-228600" algn="l">
              <a:lnSpc>
                <a:spcPct val="90000"/>
              </a:lnSpc>
              <a:spcBef>
                <a:spcPts val="1100"/>
              </a:spcBef>
              <a:spcAft>
                <a:spcPts val="0"/>
              </a:spcAft>
              <a:buSzPts val="5100"/>
              <a:buNone/>
              <a:defRPr sz="5100" b="1"/>
            </a:lvl3pPr>
            <a:lvl4pPr marL="1828800" lvl="3" indent="-228600" algn="l">
              <a:lnSpc>
                <a:spcPct val="90000"/>
              </a:lnSpc>
              <a:spcBef>
                <a:spcPts val="1100"/>
              </a:spcBef>
              <a:spcAft>
                <a:spcPts val="0"/>
              </a:spcAft>
              <a:buSzPts val="4500"/>
              <a:buNone/>
              <a:defRPr sz="4500" b="1"/>
            </a:lvl4pPr>
            <a:lvl5pPr marL="2286000" lvl="4" indent="-228600" algn="l">
              <a:lnSpc>
                <a:spcPct val="90000"/>
              </a:lnSpc>
              <a:spcBef>
                <a:spcPts val="1100"/>
              </a:spcBef>
              <a:spcAft>
                <a:spcPts val="0"/>
              </a:spcAft>
              <a:buSzPts val="4500"/>
              <a:buNone/>
              <a:defRPr sz="4500" b="1"/>
            </a:lvl5pPr>
            <a:lvl6pPr marL="2743200" lvl="5" indent="-228600" algn="l">
              <a:lnSpc>
                <a:spcPct val="90000"/>
              </a:lnSpc>
              <a:spcBef>
                <a:spcPts val="1100"/>
              </a:spcBef>
              <a:spcAft>
                <a:spcPts val="0"/>
              </a:spcAft>
              <a:buSzPts val="4500"/>
              <a:buNone/>
              <a:defRPr sz="4500" b="1"/>
            </a:lvl6pPr>
            <a:lvl7pPr marL="3200400" lvl="6" indent="-228600" algn="l">
              <a:lnSpc>
                <a:spcPct val="90000"/>
              </a:lnSpc>
              <a:spcBef>
                <a:spcPts val="1100"/>
              </a:spcBef>
              <a:spcAft>
                <a:spcPts val="0"/>
              </a:spcAft>
              <a:buSzPts val="4500"/>
              <a:buNone/>
              <a:defRPr sz="4500" b="1"/>
            </a:lvl7pPr>
            <a:lvl8pPr marL="3657600" lvl="7" indent="-228600" algn="l">
              <a:lnSpc>
                <a:spcPct val="90000"/>
              </a:lnSpc>
              <a:spcBef>
                <a:spcPts val="1100"/>
              </a:spcBef>
              <a:spcAft>
                <a:spcPts val="0"/>
              </a:spcAft>
              <a:buSzPts val="4500"/>
              <a:buNone/>
              <a:defRPr sz="4500" b="1"/>
            </a:lvl8pPr>
            <a:lvl9pPr marL="4114800" lvl="8" indent="-228600" algn="l">
              <a:lnSpc>
                <a:spcPct val="90000"/>
              </a:lnSpc>
              <a:spcBef>
                <a:spcPts val="1100"/>
              </a:spcBef>
              <a:spcAft>
                <a:spcPts val="1100"/>
              </a:spcAft>
              <a:buSzPts val="4500"/>
              <a:buNone/>
              <a:defRPr sz="4500" b="1"/>
            </a:lvl9pPr>
          </a:lstStyle>
          <a:p>
            <a:endParaRPr/>
          </a:p>
        </p:txBody>
      </p:sp>
      <p:sp>
        <p:nvSpPr>
          <p:cNvPr id="61" name="Google Shape;61;p8"/>
          <p:cNvSpPr txBox="1">
            <a:spLocks noGrp="1"/>
          </p:cNvSpPr>
          <p:nvPr>
            <p:ph type="body" idx="4"/>
          </p:nvPr>
        </p:nvSpPr>
        <p:spPr>
          <a:xfrm>
            <a:off x="12852000" y="13555559"/>
            <a:ext cx="10206000" cy="17253300"/>
          </a:xfrm>
          <a:prstGeom prst="rect">
            <a:avLst/>
          </a:prstGeom>
          <a:noFill/>
          <a:ln>
            <a:noFill/>
          </a:ln>
        </p:spPr>
        <p:txBody>
          <a:bodyPr spcFirstLastPara="1" wrap="square" lIns="0" tIns="35825" rIns="0" bIns="35825" anchor="t" anchorCtr="0">
            <a:normAutofit/>
          </a:bodyPr>
          <a:lstStyle>
            <a:lvl1pPr marL="457200" lvl="0" indent="-317500" algn="l">
              <a:lnSpc>
                <a:spcPct val="90000"/>
              </a:lnSpc>
              <a:spcBef>
                <a:spcPts val="3400"/>
              </a:spcBef>
              <a:spcAft>
                <a:spcPts val="0"/>
              </a:spcAft>
              <a:buSzPts val="1400"/>
              <a:buChar char=" "/>
              <a:defRPr/>
            </a:lvl1pPr>
            <a:lvl2pPr marL="914400" lvl="1" indent="-317500" algn="l">
              <a:lnSpc>
                <a:spcPct val="90000"/>
              </a:lnSpc>
              <a:spcBef>
                <a:spcPts val="600"/>
              </a:spcBef>
              <a:spcAft>
                <a:spcPts val="0"/>
              </a:spcAft>
              <a:buSzPts val="1400"/>
              <a:buChar char="◦"/>
              <a:defRPr/>
            </a:lvl2pPr>
            <a:lvl3pPr marL="1371600" lvl="2" indent="-317500" algn="l">
              <a:lnSpc>
                <a:spcPct val="90000"/>
              </a:lnSpc>
              <a:spcBef>
                <a:spcPts val="1100"/>
              </a:spcBef>
              <a:spcAft>
                <a:spcPts val="0"/>
              </a:spcAft>
              <a:buSzPts val="1400"/>
              <a:buChar char="◦"/>
              <a:defRPr/>
            </a:lvl3pPr>
            <a:lvl4pPr marL="1828800" lvl="3" indent="-317500" algn="l">
              <a:lnSpc>
                <a:spcPct val="90000"/>
              </a:lnSpc>
              <a:spcBef>
                <a:spcPts val="1100"/>
              </a:spcBef>
              <a:spcAft>
                <a:spcPts val="0"/>
              </a:spcAft>
              <a:buSzPts val="1400"/>
              <a:buChar char="◦"/>
              <a:defRPr/>
            </a:lvl4pPr>
            <a:lvl5pPr marL="2286000" lvl="4" indent="-317500" algn="l">
              <a:lnSpc>
                <a:spcPct val="90000"/>
              </a:lnSpc>
              <a:spcBef>
                <a:spcPts val="1100"/>
              </a:spcBef>
              <a:spcAft>
                <a:spcPts val="0"/>
              </a:spcAft>
              <a:buSzPts val="1400"/>
              <a:buChar char="◦"/>
              <a:defRPr/>
            </a:lvl5pPr>
            <a:lvl6pPr marL="2743200" lvl="5" indent="-317500" algn="l">
              <a:lnSpc>
                <a:spcPct val="90000"/>
              </a:lnSpc>
              <a:spcBef>
                <a:spcPts val="1100"/>
              </a:spcBef>
              <a:spcAft>
                <a:spcPts val="0"/>
              </a:spcAft>
              <a:buSzPts val="1400"/>
              <a:buChar char="◦"/>
              <a:defRPr/>
            </a:lvl6pPr>
            <a:lvl7pPr marL="3200400" lvl="6" indent="-317500" algn="l">
              <a:lnSpc>
                <a:spcPct val="90000"/>
              </a:lnSpc>
              <a:spcBef>
                <a:spcPts val="1100"/>
              </a:spcBef>
              <a:spcAft>
                <a:spcPts val="0"/>
              </a:spcAft>
              <a:buSzPts val="1400"/>
              <a:buChar char="◦"/>
              <a:defRPr/>
            </a:lvl7pPr>
            <a:lvl8pPr marL="3657600" lvl="7" indent="-317500" algn="l">
              <a:lnSpc>
                <a:spcPct val="90000"/>
              </a:lnSpc>
              <a:spcBef>
                <a:spcPts val="1100"/>
              </a:spcBef>
              <a:spcAft>
                <a:spcPts val="0"/>
              </a:spcAft>
              <a:buSzPts val="1400"/>
              <a:buChar char="◦"/>
              <a:defRPr/>
            </a:lvl8pPr>
            <a:lvl9pPr marL="4114800" lvl="8" indent="-317500" algn="l">
              <a:lnSpc>
                <a:spcPct val="90000"/>
              </a:lnSpc>
              <a:spcBef>
                <a:spcPts val="1100"/>
              </a:spcBef>
              <a:spcAft>
                <a:spcPts val="1100"/>
              </a:spcAft>
              <a:buSzPts val="1400"/>
              <a:buChar char="◦"/>
              <a:defRPr/>
            </a:lvl9pPr>
          </a:lstStyle>
          <a:p>
            <a:endParaRPr/>
          </a:p>
        </p:txBody>
      </p:sp>
      <p:sp>
        <p:nvSpPr>
          <p:cNvPr id="62" name="Google Shape;62;p8"/>
          <p:cNvSpPr txBox="1">
            <a:spLocks noGrp="1"/>
          </p:cNvSpPr>
          <p:nvPr>
            <p:ph type="dt" idx="10"/>
          </p:nvPr>
        </p:nvSpPr>
        <p:spPr>
          <a:xfrm>
            <a:off x="2268004" y="33909641"/>
            <a:ext cx="5109900" cy="1916700"/>
          </a:xfrm>
          <a:prstGeom prst="rect">
            <a:avLst/>
          </a:prstGeom>
          <a:noFill/>
          <a:ln>
            <a:noFill/>
          </a:ln>
        </p:spPr>
        <p:txBody>
          <a:bodyPr spcFirstLastPara="1" wrap="square" lIns="71650" tIns="35825" rIns="71650" bIns="3582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63" name="Google Shape;63;p8"/>
          <p:cNvSpPr txBox="1">
            <a:spLocks noGrp="1"/>
          </p:cNvSpPr>
          <p:nvPr>
            <p:ph type="ftr" idx="11"/>
          </p:nvPr>
        </p:nvSpPr>
        <p:spPr>
          <a:xfrm>
            <a:off x="7619085" y="33909641"/>
            <a:ext cx="9968400" cy="1916700"/>
          </a:xfrm>
          <a:prstGeom prst="rect">
            <a:avLst/>
          </a:prstGeom>
          <a:noFill/>
          <a:ln>
            <a:noFill/>
          </a:ln>
        </p:spPr>
        <p:txBody>
          <a:bodyPr spcFirstLastPara="1" wrap="square" lIns="71650" tIns="35825" rIns="71650" bIns="3582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64" name="Google Shape;64;p8"/>
          <p:cNvSpPr txBox="1">
            <a:spLocks noGrp="1"/>
          </p:cNvSpPr>
          <p:nvPr>
            <p:ph type="sldNum" idx="12"/>
          </p:nvPr>
        </p:nvSpPr>
        <p:spPr>
          <a:xfrm>
            <a:off x="20463548" y="33909641"/>
            <a:ext cx="2712000" cy="1916700"/>
          </a:xfrm>
          <a:prstGeom prst="rect">
            <a:avLst/>
          </a:prstGeom>
          <a:noFill/>
          <a:ln>
            <a:noFill/>
          </a:ln>
        </p:spPr>
        <p:txBody>
          <a:bodyPr spcFirstLastPara="1" wrap="square" lIns="71650" tIns="35825" rIns="71650" bIns="358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65"/>
        <p:cNvGrpSpPr/>
        <p:nvPr/>
      </p:nvGrpSpPr>
      <p:grpSpPr>
        <a:xfrm>
          <a:off x="0" y="0"/>
          <a:ext cx="0" cy="0"/>
          <a:chOff x="0" y="0"/>
          <a:chExt cx="0" cy="0"/>
        </a:xfrm>
      </p:grpSpPr>
      <p:sp>
        <p:nvSpPr>
          <p:cNvPr id="66" name="Google Shape;66;p9"/>
          <p:cNvSpPr txBox="1">
            <a:spLocks noGrp="1"/>
          </p:cNvSpPr>
          <p:nvPr>
            <p:ph type="title"/>
          </p:nvPr>
        </p:nvSpPr>
        <p:spPr>
          <a:xfrm>
            <a:off x="2268000" y="1504486"/>
            <a:ext cx="20790000" cy="7615500"/>
          </a:xfrm>
          <a:prstGeom prst="rect">
            <a:avLst/>
          </a:prstGeom>
          <a:noFill/>
          <a:ln>
            <a:noFill/>
          </a:ln>
        </p:spPr>
        <p:txBody>
          <a:bodyPr spcFirstLastPara="1" wrap="square" lIns="71650" tIns="35825" rIns="71650" bIns="35825" anchor="b" anchorCtr="0">
            <a:normAutofit/>
          </a:bodyPr>
          <a:lstStyle>
            <a:lvl1pPr lvl="0" algn="l">
              <a:lnSpc>
                <a:spcPct val="85000"/>
              </a:lnSpc>
              <a:spcBef>
                <a:spcPts val="0"/>
              </a:spcBef>
              <a:spcAft>
                <a:spcPts val="0"/>
              </a:spcAft>
              <a:buClr>
                <a:srgbClr val="3F3F3F"/>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7" name="Google Shape;67;p9"/>
          <p:cNvSpPr txBox="1">
            <a:spLocks noGrp="1"/>
          </p:cNvSpPr>
          <p:nvPr>
            <p:ph type="dt" idx="10"/>
          </p:nvPr>
        </p:nvSpPr>
        <p:spPr>
          <a:xfrm>
            <a:off x="2268004" y="33909641"/>
            <a:ext cx="5109900" cy="1916700"/>
          </a:xfrm>
          <a:prstGeom prst="rect">
            <a:avLst/>
          </a:prstGeom>
          <a:noFill/>
          <a:ln>
            <a:noFill/>
          </a:ln>
        </p:spPr>
        <p:txBody>
          <a:bodyPr spcFirstLastPara="1" wrap="square" lIns="71650" tIns="35825" rIns="71650" bIns="3582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68" name="Google Shape;68;p9"/>
          <p:cNvSpPr txBox="1">
            <a:spLocks noGrp="1"/>
          </p:cNvSpPr>
          <p:nvPr>
            <p:ph type="ftr" idx="11"/>
          </p:nvPr>
        </p:nvSpPr>
        <p:spPr>
          <a:xfrm>
            <a:off x="7619085" y="33909641"/>
            <a:ext cx="9968400" cy="1916700"/>
          </a:xfrm>
          <a:prstGeom prst="rect">
            <a:avLst/>
          </a:prstGeom>
          <a:noFill/>
          <a:ln>
            <a:noFill/>
          </a:ln>
        </p:spPr>
        <p:txBody>
          <a:bodyPr spcFirstLastPara="1" wrap="square" lIns="71650" tIns="35825" rIns="71650" bIns="3582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69" name="Google Shape;69;p9"/>
          <p:cNvSpPr txBox="1">
            <a:spLocks noGrp="1"/>
          </p:cNvSpPr>
          <p:nvPr>
            <p:ph type="sldNum" idx="12"/>
          </p:nvPr>
        </p:nvSpPr>
        <p:spPr>
          <a:xfrm>
            <a:off x="20463548" y="33909641"/>
            <a:ext cx="2712000" cy="1916700"/>
          </a:xfrm>
          <a:prstGeom prst="rect">
            <a:avLst/>
          </a:prstGeom>
          <a:noFill/>
          <a:ln>
            <a:noFill/>
          </a:ln>
        </p:spPr>
        <p:txBody>
          <a:bodyPr spcFirstLastPara="1" wrap="square" lIns="71650" tIns="35825" rIns="71650" bIns="358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ido con título" type="objTx">
  <p:cSld name="OBJECT_WITH_CAPTION_TEXT">
    <p:spTree>
      <p:nvGrpSpPr>
        <p:cNvPr id="1" name="Shape 70"/>
        <p:cNvGrpSpPr/>
        <p:nvPr/>
      </p:nvGrpSpPr>
      <p:grpSpPr>
        <a:xfrm>
          <a:off x="0" y="0"/>
          <a:ext cx="0" cy="0"/>
          <a:chOff x="0" y="0"/>
          <a:chExt cx="0" cy="0"/>
        </a:xfrm>
      </p:grpSpPr>
      <p:sp>
        <p:nvSpPr>
          <p:cNvPr id="71" name="Google Shape;71;p10"/>
          <p:cNvSpPr/>
          <p:nvPr/>
        </p:nvSpPr>
        <p:spPr>
          <a:xfrm>
            <a:off x="38" y="0"/>
            <a:ext cx="8372700" cy="36000000"/>
          </a:xfrm>
          <a:prstGeom prst="rect">
            <a:avLst/>
          </a:prstGeom>
          <a:solidFill>
            <a:schemeClr val="accent2"/>
          </a:solidFill>
          <a:ln>
            <a:noFill/>
          </a:ln>
        </p:spPr>
        <p:txBody>
          <a:bodyPr spcFirstLastPara="1" wrap="square" lIns="71650" tIns="71650" rIns="71650" bIns="71650" anchor="ctr" anchorCtr="0">
            <a:noAutofit/>
          </a:bodyPr>
          <a:lstStyle/>
          <a:p>
            <a:pPr marL="0" lvl="0" indent="0" algn="l" rtl="0">
              <a:spcBef>
                <a:spcPts val="0"/>
              </a:spcBef>
              <a:spcAft>
                <a:spcPts val="0"/>
              </a:spcAft>
              <a:buNone/>
            </a:pPr>
            <a:endParaRPr dirty="0"/>
          </a:p>
        </p:txBody>
      </p:sp>
      <p:sp>
        <p:nvSpPr>
          <p:cNvPr id="72" name="Google Shape;72;p10"/>
          <p:cNvSpPr/>
          <p:nvPr/>
        </p:nvSpPr>
        <p:spPr>
          <a:xfrm>
            <a:off x="8350540" y="0"/>
            <a:ext cx="132300" cy="36000000"/>
          </a:xfrm>
          <a:prstGeom prst="rect">
            <a:avLst/>
          </a:prstGeom>
          <a:solidFill>
            <a:schemeClr val="accent1"/>
          </a:solidFill>
          <a:ln>
            <a:noFill/>
          </a:ln>
        </p:spPr>
        <p:txBody>
          <a:bodyPr spcFirstLastPara="1" wrap="square" lIns="71650" tIns="71650" rIns="71650" bIns="71650" anchor="ctr" anchorCtr="0">
            <a:noAutofit/>
          </a:bodyPr>
          <a:lstStyle/>
          <a:p>
            <a:pPr marL="0" lvl="0" indent="0" algn="l" rtl="0">
              <a:spcBef>
                <a:spcPts val="0"/>
              </a:spcBef>
              <a:spcAft>
                <a:spcPts val="0"/>
              </a:spcAft>
              <a:buNone/>
            </a:pPr>
            <a:endParaRPr dirty="0"/>
          </a:p>
        </p:txBody>
      </p:sp>
      <p:sp>
        <p:nvSpPr>
          <p:cNvPr id="73" name="Google Shape;73;p10"/>
          <p:cNvSpPr txBox="1">
            <a:spLocks noGrp="1"/>
          </p:cNvSpPr>
          <p:nvPr>
            <p:ph type="title"/>
          </p:nvPr>
        </p:nvSpPr>
        <p:spPr>
          <a:xfrm>
            <a:off x="945000" y="3119995"/>
            <a:ext cx="6615000" cy="12000000"/>
          </a:xfrm>
          <a:prstGeom prst="rect">
            <a:avLst/>
          </a:prstGeom>
          <a:noFill/>
          <a:ln>
            <a:noFill/>
          </a:ln>
        </p:spPr>
        <p:txBody>
          <a:bodyPr spcFirstLastPara="1" wrap="square" lIns="71650" tIns="35825" rIns="71650" bIns="35825" anchor="b" anchorCtr="0">
            <a:normAutofit/>
          </a:bodyPr>
          <a:lstStyle>
            <a:lvl1pPr lvl="0" algn="l">
              <a:lnSpc>
                <a:spcPct val="85000"/>
              </a:lnSpc>
              <a:spcBef>
                <a:spcPts val="0"/>
              </a:spcBef>
              <a:spcAft>
                <a:spcPts val="0"/>
              </a:spcAft>
              <a:buClr>
                <a:srgbClr val="FFFFFF"/>
              </a:buClr>
              <a:buSzPts val="10200"/>
              <a:buFont typeface="Calibri"/>
              <a:buNone/>
              <a:defRPr sz="10200" b="0">
                <a:solidFill>
                  <a:srgbClr val="FFFFFF"/>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4" name="Google Shape;74;p10"/>
          <p:cNvSpPr txBox="1">
            <a:spLocks noGrp="1"/>
          </p:cNvSpPr>
          <p:nvPr>
            <p:ph type="body" idx="1"/>
          </p:nvPr>
        </p:nvSpPr>
        <p:spPr>
          <a:xfrm>
            <a:off x="9536088" y="3840000"/>
            <a:ext cx="13805400" cy="27600000"/>
          </a:xfrm>
          <a:prstGeom prst="rect">
            <a:avLst/>
          </a:prstGeom>
          <a:noFill/>
          <a:ln>
            <a:noFill/>
          </a:ln>
        </p:spPr>
        <p:txBody>
          <a:bodyPr spcFirstLastPara="1" wrap="square" lIns="0" tIns="35825" rIns="0" bIns="35825" anchor="t" anchorCtr="0">
            <a:normAutofit/>
          </a:bodyPr>
          <a:lstStyle>
            <a:lvl1pPr marL="457200" lvl="0" indent="-317500" algn="l">
              <a:lnSpc>
                <a:spcPct val="90000"/>
              </a:lnSpc>
              <a:spcBef>
                <a:spcPts val="3400"/>
              </a:spcBef>
              <a:spcAft>
                <a:spcPts val="0"/>
              </a:spcAft>
              <a:buSzPts val="1400"/>
              <a:buChar char=" "/>
              <a:defRPr/>
            </a:lvl1pPr>
            <a:lvl2pPr marL="914400" lvl="1" indent="-317500" algn="l">
              <a:lnSpc>
                <a:spcPct val="90000"/>
              </a:lnSpc>
              <a:spcBef>
                <a:spcPts val="600"/>
              </a:spcBef>
              <a:spcAft>
                <a:spcPts val="0"/>
              </a:spcAft>
              <a:buSzPts val="1400"/>
              <a:buChar char="◦"/>
              <a:defRPr/>
            </a:lvl2pPr>
            <a:lvl3pPr marL="1371600" lvl="2" indent="-317500" algn="l">
              <a:lnSpc>
                <a:spcPct val="90000"/>
              </a:lnSpc>
              <a:spcBef>
                <a:spcPts val="1100"/>
              </a:spcBef>
              <a:spcAft>
                <a:spcPts val="0"/>
              </a:spcAft>
              <a:buSzPts val="1400"/>
              <a:buChar char="◦"/>
              <a:defRPr/>
            </a:lvl3pPr>
            <a:lvl4pPr marL="1828800" lvl="3" indent="-317500" algn="l">
              <a:lnSpc>
                <a:spcPct val="90000"/>
              </a:lnSpc>
              <a:spcBef>
                <a:spcPts val="1100"/>
              </a:spcBef>
              <a:spcAft>
                <a:spcPts val="0"/>
              </a:spcAft>
              <a:buSzPts val="1400"/>
              <a:buChar char="◦"/>
              <a:defRPr/>
            </a:lvl4pPr>
            <a:lvl5pPr marL="2286000" lvl="4" indent="-317500" algn="l">
              <a:lnSpc>
                <a:spcPct val="90000"/>
              </a:lnSpc>
              <a:spcBef>
                <a:spcPts val="1100"/>
              </a:spcBef>
              <a:spcAft>
                <a:spcPts val="0"/>
              </a:spcAft>
              <a:buSzPts val="1400"/>
              <a:buChar char="◦"/>
              <a:defRPr/>
            </a:lvl5pPr>
            <a:lvl6pPr marL="2743200" lvl="5" indent="-317500" algn="l">
              <a:lnSpc>
                <a:spcPct val="90000"/>
              </a:lnSpc>
              <a:spcBef>
                <a:spcPts val="1100"/>
              </a:spcBef>
              <a:spcAft>
                <a:spcPts val="0"/>
              </a:spcAft>
              <a:buSzPts val="1400"/>
              <a:buChar char="◦"/>
              <a:defRPr/>
            </a:lvl6pPr>
            <a:lvl7pPr marL="3200400" lvl="6" indent="-317500" algn="l">
              <a:lnSpc>
                <a:spcPct val="90000"/>
              </a:lnSpc>
              <a:spcBef>
                <a:spcPts val="1100"/>
              </a:spcBef>
              <a:spcAft>
                <a:spcPts val="0"/>
              </a:spcAft>
              <a:buSzPts val="1400"/>
              <a:buChar char="◦"/>
              <a:defRPr/>
            </a:lvl7pPr>
            <a:lvl8pPr marL="3657600" lvl="7" indent="-317500" algn="l">
              <a:lnSpc>
                <a:spcPct val="90000"/>
              </a:lnSpc>
              <a:spcBef>
                <a:spcPts val="1100"/>
              </a:spcBef>
              <a:spcAft>
                <a:spcPts val="0"/>
              </a:spcAft>
              <a:buSzPts val="1400"/>
              <a:buChar char="◦"/>
              <a:defRPr/>
            </a:lvl8pPr>
            <a:lvl9pPr marL="4114800" lvl="8" indent="-317500" algn="l">
              <a:lnSpc>
                <a:spcPct val="90000"/>
              </a:lnSpc>
              <a:spcBef>
                <a:spcPts val="1100"/>
              </a:spcBef>
              <a:spcAft>
                <a:spcPts val="1100"/>
              </a:spcAft>
              <a:buSzPts val="1400"/>
              <a:buChar char="◦"/>
              <a:defRPr/>
            </a:lvl9pPr>
          </a:lstStyle>
          <a:p>
            <a:endParaRPr/>
          </a:p>
        </p:txBody>
      </p:sp>
      <p:sp>
        <p:nvSpPr>
          <p:cNvPr id="75" name="Google Shape;75;p10"/>
          <p:cNvSpPr txBox="1">
            <a:spLocks noGrp="1"/>
          </p:cNvSpPr>
          <p:nvPr>
            <p:ph type="body" idx="2"/>
          </p:nvPr>
        </p:nvSpPr>
        <p:spPr>
          <a:xfrm>
            <a:off x="945000" y="15360000"/>
            <a:ext cx="6615000" cy="17738100"/>
          </a:xfrm>
          <a:prstGeom prst="rect">
            <a:avLst/>
          </a:prstGeom>
          <a:noFill/>
          <a:ln>
            <a:noFill/>
          </a:ln>
        </p:spPr>
        <p:txBody>
          <a:bodyPr spcFirstLastPara="1" wrap="square" lIns="71650" tIns="35825" rIns="71650" bIns="35825" anchor="t" anchorCtr="0">
            <a:normAutofit/>
          </a:bodyPr>
          <a:lstStyle>
            <a:lvl1pPr marL="457200" lvl="0" indent="-228600" algn="l">
              <a:lnSpc>
                <a:spcPct val="90000"/>
              </a:lnSpc>
              <a:spcBef>
                <a:spcPts val="3400"/>
              </a:spcBef>
              <a:spcAft>
                <a:spcPts val="0"/>
              </a:spcAft>
              <a:buSzPts val="4200"/>
              <a:buNone/>
              <a:defRPr sz="4200">
                <a:solidFill>
                  <a:srgbClr val="FFFFFF"/>
                </a:solidFill>
              </a:defRPr>
            </a:lvl1pPr>
            <a:lvl2pPr marL="914400" lvl="1" indent="-228600" algn="l">
              <a:lnSpc>
                <a:spcPct val="90000"/>
              </a:lnSpc>
              <a:spcBef>
                <a:spcPts val="600"/>
              </a:spcBef>
              <a:spcAft>
                <a:spcPts val="0"/>
              </a:spcAft>
              <a:buSzPts val="3400"/>
              <a:buNone/>
              <a:defRPr sz="3400"/>
            </a:lvl2pPr>
            <a:lvl3pPr marL="1371600" lvl="2" indent="-228600" algn="l">
              <a:lnSpc>
                <a:spcPct val="90000"/>
              </a:lnSpc>
              <a:spcBef>
                <a:spcPts val="1100"/>
              </a:spcBef>
              <a:spcAft>
                <a:spcPts val="0"/>
              </a:spcAft>
              <a:buSzPts val="2800"/>
              <a:buNone/>
              <a:defRPr sz="2800"/>
            </a:lvl3pPr>
            <a:lvl4pPr marL="1828800" lvl="3" indent="-228600" algn="l">
              <a:lnSpc>
                <a:spcPct val="90000"/>
              </a:lnSpc>
              <a:spcBef>
                <a:spcPts val="1100"/>
              </a:spcBef>
              <a:spcAft>
                <a:spcPts val="0"/>
              </a:spcAft>
              <a:buSzPts val="2500"/>
              <a:buNone/>
              <a:defRPr sz="2500"/>
            </a:lvl4pPr>
            <a:lvl5pPr marL="2286000" lvl="4" indent="-228600" algn="l">
              <a:lnSpc>
                <a:spcPct val="90000"/>
              </a:lnSpc>
              <a:spcBef>
                <a:spcPts val="1100"/>
              </a:spcBef>
              <a:spcAft>
                <a:spcPts val="0"/>
              </a:spcAft>
              <a:buSzPts val="2500"/>
              <a:buNone/>
              <a:defRPr sz="2500"/>
            </a:lvl5pPr>
            <a:lvl6pPr marL="2743200" lvl="5" indent="-228600" algn="l">
              <a:lnSpc>
                <a:spcPct val="90000"/>
              </a:lnSpc>
              <a:spcBef>
                <a:spcPts val="1100"/>
              </a:spcBef>
              <a:spcAft>
                <a:spcPts val="0"/>
              </a:spcAft>
              <a:buSzPts val="2500"/>
              <a:buNone/>
              <a:defRPr sz="2500"/>
            </a:lvl6pPr>
            <a:lvl7pPr marL="3200400" lvl="6" indent="-228600" algn="l">
              <a:lnSpc>
                <a:spcPct val="90000"/>
              </a:lnSpc>
              <a:spcBef>
                <a:spcPts val="1100"/>
              </a:spcBef>
              <a:spcAft>
                <a:spcPts val="0"/>
              </a:spcAft>
              <a:buSzPts val="2500"/>
              <a:buNone/>
              <a:defRPr sz="2500"/>
            </a:lvl7pPr>
            <a:lvl8pPr marL="3657600" lvl="7" indent="-228600" algn="l">
              <a:lnSpc>
                <a:spcPct val="90000"/>
              </a:lnSpc>
              <a:spcBef>
                <a:spcPts val="1100"/>
              </a:spcBef>
              <a:spcAft>
                <a:spcPts val="0"/>
              </a:spcAft>
              <a:buSzPts val="2500"/>
              <a:buNone/>
              <a:defRPr sz="2500"/>
            </a:lvl8pPr>
            <a:lvl9pPr marL="4114800" lvl="8" indent="-228600" algn="l">
              <a:lnSpc>
                <a:spcPct val="90000"/>
              </a:lnSpc>
              <a:spcBef>
                <a:spcPts val="1100"/>
              </a:spcBef>
              <a:spcAft>
                <a:spcPts val="1100"/>
              </a:spcAft>
              <a:buSzPts val="2500"/>
              <a:buNone/>
              <a:defRPr sz="2500"/>
            </a:lvl9pPr>
          </a:lstStyle>
          <a:p>
            <a:endParaRPr/>
          </a:p>
        </p:txBody>
      </p:sp>
      <p:sp>
        <p:nvSpPr>
          <p:cNvPr id="76" name="Google Shape;76;p10"/>
          <p:cNvSpPr txBox="1">
            <a:spLocks noGrp="1"/>
          </p:cNvSpPr>
          <p:nvPr>
            <p:ph type="dt" idx="10"/>
          </p:nvPr>
        </p:nvSpPr>
        <p:spPr>
          <a:xfrm>
            <a:off x="962182" y="33909641"/>
            <a:ext cx="5412300" cy="1916700"/>
          </a:xfrm>
          <a:prstGeom prst="rect">
            <a:avLst/>
          </a:prstGeom>
          <a:noFill/>
          <a:ln>
            <a:noFill/>
          </a:ln>
        </p:spPr>
        <p:txBody>
          <a:bodyPr spcFirstLastPara="1" wrap="square" lIns="71650" tIns="35825" rIns="71650" bIns="3582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77" name="Google Shape;77;p10"/>
          <p:cNvSpPr txBox="1">
            <a:spLocks noGrp="1"/>
          </p:cNvSpPr>
          <p:nvPr>
            <p:ph type="ftr" idx="11"/>
          </p:nvPr>
        </p:nvSpPr>
        <p:spPr>
          <a:xfrm>
            <a:off x="9922500" y="33909641"/>
            <a:ext cx="9607500" cy="1916700"/>
          </a:xfrm>
          <a:prstGeom prst="rect">
            <a:avLst/>
          </a:prstGeom>
          <a:noFill/>
          <a:ln>
            <a:noFill/>
          </a:ln>
        </p:spPr>
        <p:txBody>
          <a:bodyPr spcFirstLastPara="1" wrap="square" lIns="71650" tIns="35825" rIns="71650" bIns="35825" anchor="ctr" anchorCtr="0">
            <a:noAutofit/>
          </a:bodyPr>
          <a:lstStyle>
            <a:lvl1pPr lvl="0" algn="l">
              <a:spcBef>
                <a:spcPts val="0"/>
              </a:spcBef>
              <a:spcAft>
                <a:spcPts val="0"/>
              </a:spcAft>
              <a:buSzPts val="1100"/>
              <a:buNone/>
              <a:defRPr>
                <a:solidFill>
                  <a:schemeClr val="dk2"/>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78" name="Google Shape;78;p10"/>
          <p:cNvSpPr txBox="1">
            <a:spLocks noGrp="1"/>
          </p:cNvSpPr>
          <p:nvPr>
            <p:ph type="sldNum" idx="12"/>
          </p:nvPr>
        </p:nvSpPr>
        <p:spPr>
          <a:xfrm>
            <a:off x="20463548" y="33909641"/>
            <a:ext cx="2712000" cy="1916700"/>
          </a:xfrm>
          <a:prstGeom prst="rect">
            <a:avLst/>
          </a:prstGeom>
          <a:noFill/>
          <a:ln>
            <a:noFill/>
          </a:ln>
        </p:spPr>
        <p:txBody>
          <a:bodyPr spcFirstLastPara="1" wrap="square" lIns="71650" tIns="35825" rIns="71650" bIns="35825" anchor="ctr" anchorCtr="0">
            <a:noAutofit/>
          </a:bodyPr>
          <a:lstStyle>
            <a:lvl1pPr marL="0" lvl="0" indent="0" algn="r">
              <a:spcBef>
                <a:spcPts val="0"/>
              </a:spcBef>
              <a:buNone/>
              <a:defRPr sz="3000">
                <a:solidFill>
                  <a:schemeClr val="dk2"/>
                </a:solidFill>
                <a:latin typeface="Calibri"/>
                <a:ea typeface="Calibri"/>
                <a:cs typeface="Calibri"/>
                <a:sym typeface="Calibri"/>
              </a:defRPr>
            </a:lvl1pPr>
            <a:lvl2pPr marL="0" lvl="1" indent="0" algn="r">
              <a:spcBef>
                <a:spcPts val="0"/>
              </a:spcBef>
              <a:buNone/>
              <a:defRPr sz="3000">
                <a:solidFill>
                  <a:schemeClr val="dk2"/>
                </a:solidFill>
                <a:latin typeface="Calibri"/>
                <a:ea typeface="Calibri"/>
                <a:cs typeface="Calibri"/>
                <a:sym typeface="Calibri"/>
              </a:defRPr>
            </a:lvl2pPr>
            <a:lvl3pPr marL="0" lvl="2" indent="0" algn="r">
              <a:spcBef>
                <a:spcPts val="0"/>
              </a:spcBef>
              <a:buNone/>
              <a:defRPr sz="3000">
                <a:solidFill>
                  <a:schemeClr val="dk2"/>
                </a:solidFill>
                <a:latin typeface="Calibri"/>
                <a:ea typeface="Calibri"/>
                <a:cs typeface="Calibri"/>
                <a:sym typeface="Calibri"/>
              </a:defRPr>
            </a:lvl3pPr>
            <a:lvl4pPr marL="0" lvl="3" indent="0" algn="r">
              <a:spcBef>
                <a:spcPts val="0"/>
              </a:spcBef>
              <a:buNone/>
              <a:defRPr sz="3000">
                <a:solidFill>
                  <a:schemeClr val="dk2"/>
                </a:solidFill>
                <a:latin typeface="Calibri"/>
                <a:ea typeface="Calibri"/>
                <a:cs typeface="Calibri"/>
                <a:sym typeface="Calibri"/>
              </a:defRPr>
            </a:lvl4pPr>
            <a:lvl5pPr marL="0" lvl="4" indent="0" algn="r">
              <a:spcBef>
                <a:spcPts val="0"/>
              </a:spcBef>
              <a:buNone/>
              <a:defRPr sz="3000">
                <a:solidFill>
                  <a:schemeClr val="dk2"/>
                </a:solidFill>
                <a:latin typeface="Calibri"/>
                <a:ea typeface="Calibri"/>
                <a:cs typeface="Calibri"/>
                <a:sym typeface="Calibri"/>
              </a:defRPr>
            </a:lvl5pPr>
            <a:lvl6pPr marL="0" lvl="5" indent="0" algn="r">
              <a:spcBef>
                <a:spcPts val="0"/>
              </a:spcBef>
              <a:buNone/>
              <a:defRPr sz="3000">
                <a:solidFill>
                  <a:schemeClr val="dk2"/>
                </a:solidFill>
                <a:latin typeface="Calibri"/>
                <a:ea typeface="Calibri"/>
                <a:cs typeface="Calibri"/>
                <a:sym typeface="Calibri"/>
              </a:defRPr>
            </a:lvl6pPr>
            <a:lvl7pPr marL="0" lvl="6" indent="0" algn="r">
              <a:spcBef>
                <a:spcPts val="0"/>
              </a:spcBef>
              <a:buNone/>
              <a:defRPr sz="3000">
                <a:solidFill>
                  <a:schemeClr val="dk2"/>
                </a:solidFill>
                <a:latin typeface="Calibri"/>
                <a:ea typeface="Calibri"/>
                <a:cs typeface="Calibri"/>
                <a:sym typeface="Calibri"/>
              </a:defRPr>
            </a:lvl7pPr>
            <a:lvl8pPr marL="0" lvl="7" indent="0" algn="r">
              <a:spcBef>
                <a:spcPts val="0"/>
              </a:spcBef>
              <a:buNone/>
              <a:defRPr sz="3000">
                <a:solidFill>
                  <a:schemeClr val="dk2"/>
                </a:solidFill>
                <a:latin typeface="Calibri"/>
                <a:ea typeface="Calibri"/>
                <a:cs typeface="Calibri"/>
                <a:sym typeface="Calibri"/>
              </a:defRPr>
            </a:lvl8pPr>
            <a:lvl9pPr marL="0" lvl="8" indent="0" algn="r">
              <a:spcBef>
                <a:spcPts val="0"/>
              </a:spcBef>
              <a:buNone/>
              <a:defRPr sz="3000">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Imagen con título" type="picTx">
  <p:cSld name="PICTURE_WITH_CAPTION_TEXT">
    <p:spTree>
      <p:nvGrpSpPr>
        <p:cNvPr id="1" name="Shape 79"/>
        <p:cNvGrpSpPr/>
        <p:nvPr/>
      </p:nvGrpSpPr>
      <p:grpSpPr>
        <a:xfrm>
          <a:off x="0" y="0"/>
          <a:ext cx="0" cy="0"/>
          <a:chOff x="0" y="0"/>
          <a:chExt cx="0" cy="0"/>
        </a:xfrm>
      </p:grpSpPr>
      <p:sp>
        <p:nvSpPr>
          <p:cNvPr id="80" name="Google Shape;80;p11"/>
          <p:cNvSpPr/>
          <p:nvPr/>
        </p:nvSpPr>
        <p:spPr>
          <a:xfrm>
            <a:off x="2" y="26000000"/>
            <a:ext cx="25193400" cy="9999900"/>
          </a:xfrm>
          <a:prstGeom prst="rect">
            <a:avLst/>
          </a:prstGeom>
          <a:solidFill>
            <a:schemeClr val="accent2"/>
          </a:solidFill>
          <a:ln>
            <a:noFill/>
          </a:ln>
        </p:spPr>
        <p:txBody>
          <a:bodyPr spcFirstLastPara="1" wrap="square" lIns="71650" tIns="71650" rIns="71650" bIns="71650" anchor="ctr" anchorCtr="0">
            <a:noAutofit/>
          </a:bodyPr>
          <a:lstStyle/>
          <a:p>
            <a:pPr marL="0" lvl="0" indent="0" algn="l" rtl="0">
              <a:spcBef>
                <a:spcPts val="0"/>
              </a:spcBef>
              <a:spcAft>
                <a:spcPts val="0"/>
              </a:spcAft>
              <a:buNone/>
            </a:pPr>
            <a:endParaRPr dirty="0"/>
          </a:p>
        </p:txBody>
      </p:sp>
      <p:sp>
        <p:nvSpPr>
          <p:cNvPr id="81" name="Google Shape;81;p11"/>
          <p:cNvSpPr/>
          <p:nvPr/>
        </p:nvSpPr>
        <p:spPr>
          <a:xfrm>
            <a:off x="34" y="25800924"/>
            <a:ext cx="25193400" cy="336000"/>
          </a:xfrm>
          <a:prstGeom prst="rect">
            <a:avLst/>
          </a:prstGeom>
          <a:solidFill>
            <a:schemeClr val="accent1"/>
          </a:solidFill>
          <a:ln>
            <a:noFill/>
          </a:ln>
        </p:spPr>
        <p:txBody>
          <a:bodyPr spcFirstLastPara="1" wrap="square" lIns="71650" tIns="71650" rIns="71650" bIns="71650" anchor="ctr" anchorCtr="0">
            <a:noAutofit/>
          </a:bodyPr>
          <a:lstStyle/>
          <a:p>
            <a:pPr marL="0" lvl="0" indent="0" algn="l" rtl="0">
              <a:spcBef>
                <a:spcPts val="0"/>
              </a:spcBef>
              <a:spcAft>
                <a:spcPts val="0"/>
              </a:spcAft>
              <a:buNone/>
            </a:pPr>
            <a:endParaRPr dirty="0"/>
          </a:p>
        </p:txBody>
      </p:sp>
      <p:sp>
        <p:nvSpPr>
          <p:cNvPr id="82" name="Google Shape;82;p11"/>
          <p:cNvSpPr txBox="1">
            <a:spLocks noGrp="1"/>
          </p:cNvSpPr>
          <p:nvPr>
            <p:ph type="title"/>
          </p:nvPr>
        </p:nvSpPr>
        <p:spPr>
          <a:xfrm>
            <a:off x="2268000" y="26640000"/>
            <a:ext cx="20916000" cy="4320000"/>
          </a:xfrm>
          <a:prstGeom prst="rect">
            <a:avLst/>
          </a:prstGeom>
          <a:noFill/>
          <a:ln>
            <a:noFill/>
          </a:ln>
        </p:spPr>
        <p:txBody>
          <a:bodyPr spcFirstLastPara="1" wrap="square" lIns="71650" tIns="0" rIns="71650" bIns="0" anchor="b" anchorCtr="0">
            <a:noAutofit/>
          </a:bodyPr>
          <a:lstStyle>
            <a:lvl1pPr lvl="0" algn="l">
              <a:lnSpc>
                <a:spcPct val="85000"/>
              </a:lnSpc>
              <a:spcBef>
                <a:spcPts val="0"/>
              </a:spcBef>
              <a:spcAft>
                <a:spcPts val="0"/>
              </a:spcAft>
              <a:buClr>
                <a:srgbClr val="FFFFFF"/>
              </a:buClr>
              <a:buSzPts val="10200"/>
              <a:buFont typeface="Calibri"/>
              <a:buNone/>
              <a:defRPr sz="10200" b="0">
                <a:solidFill>
                  <a:srgbClr val="FFFFFF"/>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pic>
        <p:nvPicPr>
          <p:cNvPr id="83" name="Google Shape;83;p11"/>
          <p:cNvPicPr preferRelativeResize="0">
            <a:picLocks noGrp="1"/>
          </p:cNvPicPr>
          <p:nvPr>
            <p:ph type="pic" idx="2"/>
          </p:nvPr>
        </p:nvPicPr>
        <p:blipFill/>
        <p:spPr>
          <a:xfrm>
            <a:off x="34" y="0"/>
            <a:ext cx="25200000" cy="25800900"/>
          </a:xfrm>
          <a:prstGeom prst="rect">
            <a:avLst/>
          </a:prstGeom>
          <a:blipFill rotWithShape="1">
            <a:blip r:embed="rId2">
              <a:alphaModFix/>
            </a:blip>
            <a:stretch>
              <a:fillRect/>
            </a:stretch>
          </a:blipFill>
          <a:ln>
            <a:noFill/>
          </a:ln>
        </p:spPr>
      </p:pic>
      <p:sp>
        <p:nvSpPr>
          <p:cNvPr id="84" name="Google Shape;84;p11"/>
          <p:cNvSpPr txBox="1">
            <a:spLocks noGrp="1"/>
          </p:cNvSpPr>
          <p:nvPr>
            <p:ph type="body" idx="1"/>
          </p:nvPr>
        </p:nvSpPr>
        <p:spPr>
          <a:xfrm>
            <a:off x="2267997" y="31008000"/>
            <a:ext cx="20916000" cy="3120000"/>
          </a:xfrm>
          <a:prstGeom prst="rect">
            <a:avLst/>
          </a:prstGeom>
          <a:noFill/>
          <a:ln>
            <a:noFill/>
          </a:ln>
        </p:spPr>
        <p:txBody>
          <a:bodyPr spcFirstLastPara="1" wrap="square" lIns="71650" tIns="0" rIns="71650" bIns="0" anchor="t" anchorCtr="0">
            <a:normAutofit/>
          </a:bodyPr>
          <a:lstStyle>
            <a:lvl1pPr marL="457200" lvl="0" indent="-228600" algn="l">
              <a:lnSpc>
                <a:spcPct val="90000"/>
              </a:lnSpc>
              <a:spcBef>
                <a:spcPts val="0"/>
              </a:spcBef>
              <a:spcAft>
                <a:spcPts val="0"/>
              </a:spcAft>
              <a:buSzPts val="4200"/>
              <a:buNone/>
              <a:defRPr sz="4200">
                <a:solidFill>
                  <a:srgbClr val="FFFFFF"/>
                </a:solidFill>
              </a:defRPr>
            </a:lvl1pPr>
            <a:lvl2pPr marL="914400" lvl="1" indent="-228600" algn="l">
              <a:lnSpc>
                <a:spcPct val="90000"/>
              </a:lnSpc>
              <a:spcBef>
                <a:spcPts val="1700"/>
              </a:spcBef>
              <a:spcAft>
                <a:spcPts val="0"/>
              </a:spcAft>
              <a:buSzPts val="3400"/>
              <a:buNone/>
              <a:defRPr sz="3400"/>
            </a:lvl2pPr>
            <a:lvl3pPr marL="1371600" lvl="2" indent="-228600" algn="l">
              <a:lnSpc>
                <a:spcPct val="90000"/>
              </a:lnSpc>
              <a:spcBef>
                <a:spcPts val="1100"/>
              </a:spcBef>
              <a:spcAft>
                <a:spcPts val="0"/>
              </a:spcAft>
              <a:buSzPts val="2800"/>
              <a:buNone/>
              <a:defRPr sz="2800"/>
            </a:lvl3pPr>
            <a:lvl4pPr marL="1828800" lvl="3" indent="-228600" algn="l">
              <a:lnSpc>
                <a:spcPct val="90000"/>
              </a:lnSpc>
              <a:spcBef>
                <a:spcPts val="1100"/>
              </a:spcBef>
              <a:spcAft>
                <a:spcPts val="0"/>
              </a:spcAft>
              <a:buSzPts val="2500"/>
              <a:buNone/>
              <a:defRPr sz="2500"/>
            </a:lvl4pPr>
            <a:lvl5pPr marL="2286000" lvl="4" indent="-228600" algn="l">
              <a:lnSpc>
                <a:spcPct val="90000"/>
              </a:lnSpc>
              <a:spcBef>
                <a:spcPts val="1100"/>
              </a:spcBef>
              <a:spcAft>
                <a:spcPts val="0"/>
              </a:spcAft>
              <a:buSzPts val="2500"/>
              <a:buNone/>
              <a:defRPr sz="2500"/>
            </a:lvl5pPr>
            <a:lvl6pPr marL="2743200" lvl="5" indent="-228600" algn="l">
              <a:lnSpc>
                <a:spcPct val="90000"/>
              </a:lnSpc>
              <a:spcBef>
                <a:spcPts val="1100"/>
              </a:spcBef>
              <a:spcAft>
                <a:spcPts val="0"/>
              </a:spcAft>
              <a:buSzPts val="2500"/>
              <a:buNone/>
              <a:defRPr sz="2500"/>
            </a:lvl6pPr>
            <a:lvl7pPr marL="3200400" lvl="6" indent="-228600" algn="l">
              <a:lnSpc>
                <a:spcPct val="90000"/>
              </a:lnSpc>
              <a:spcBef>
                <a:spcPts val="1100"/>
              </a:spcBef>
              <a:spcAft>
                <a:spcPts val="0"/>
              </a:spcAft>
              <a:buSzPts val="2500"/>
              <a:buNone/>
              <a:defRPr sz="2500"/>
            </a:lvl7pPr>
            <a:lvl8pPr marL="3657600" lvl="7" indent="-228600" algn="l">
              <a:lnSpc>
                <a:spcPct val="90000"/>
              </a:lnSpc>
              <a:spcBef>
                <a:spcPts val="1100"/>
              </a:spcBef>
              <a:spcAft>
                <a:spcPts val="0"/>
              </a:spcAft>
              <a:buSzPts val="2500"/>
              <a:buNone/>
              <a:defRPr sz="2500"/>
            </a:lvl8pPr>
            <a:lvl9pPr marL="4114800" lvl="8" indent="-228600" algn="l">
              <a:lnSpc>
                <a:spcPct val="90000"/>
              </a:lnSpc>
              <a:spcBef>
                <a:spcPts val="1100"/>
              </a:spcBef>
              <a:spcAft>
                <a:spcPts val="1100"/>
              </a:spcAft>
              <a:buSzPts val="2500"/>
              <a:buNone/>
              <a:defRPr sz="2500"/>
            </a:lvl9pPr>
          </a:lstStyle>
          <a:p>
            <a:endParaRPr/>
          </a:p>
        </p:txBody>
      </p:sp>
      <p:sp>
        <p:nvSpPr>
          <p:cNvPr id="85" name="Google Shape;85;p11"/>
          <p:cNvSpPr txBox="1">
            <a:spLocks noGrp="1"/>
          </p:cNvSpPr>
          <p:nvPr>
            <p:ph type="dt" idx="10"/>
          </p:nvPr>
        </p:nvSpPr>
        <p:spPr>
          <a:xfrm>
            <a:off x="2268004" y="33909641"/>
            <a:ext cx="5109900" cy="1916700"/>
          </a:xfrm>
          <a:prstGeom prst="rect">
            <a:avLst/>
          </a:prstGeom>
          <a:noFill/>
          <a:ln>
            <a:noFill/>
          </a:ln>
        </p:spPr>
        <p:txBody>
          <a:bodyPr spcFirstLastPara="1" wrap="square" lIns="71650" tIns="35825" rIns="71650" bIns="3582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86" name="Google Shape;86;p11"/>
          <p:cNvSpPr txBox="1">
            <a:spLocks noGrp="1"/>
          </p:cNvSpPr>
          <p:nvPr>
            <p:ph type="ftr" idx="11"/>
          </p:nvPr>
        </p:nvSpPr>
        <p:spPr>
          <a:xfrm>
            <a:off x="7619085" y="33909641"/>
            <a:ext cx="9968400" cy="1916700"/>
          </a:xfrm>
          <a:prstGeom prst="rect">
            <a:avLst/>
          </a:prstGeom>
          <a:noFill/>
          <a:ln>
            <a:noFill/>
          </a:ln>
        </p:spPr>
        <p:txBody>
          <a:bodyPr spcFirstLastPara="1" wrap="square" lIns="71650" tIns="35825" rIns="71650" bIns="3582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87" name="Google Shape;87;p11"/>
          <p:cNvSpPr txBox="1">
            <a:spLocks noGrp="1"/>
          </p:cNvSpPr>
          <p:nvPr>
            <p:ph type="sldNum" idx="12"/>
          </p:nvPr>
        </p:nvSpPr>
        <p:spPr>
          <a:xfrm>
            <a:off x="20463548" y="33909641"/>
            <a:ext cx="2712000" cy="1916700"/>
          </a:xfrm>
          <a:prstGeom prst="rect">
            <a:avLst/>
          </a:prstGeom>
          <a:noFill/>
          <a:ln>
            <a:noFill/>
          </a:ln>
        </p:spPr>
        <p:txBody>
          <a:bodyPr spcFirstLastPara="1" wrap="square" lIns="71650" tIns="35825" rIns="71650" bIns="358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88"/>
        <p:cNvGrpSpPr/>
        <p:nvPr/>
      </p:nvGrpSpPr>
      <p:grpSpPr>
        <a:xfrm>
          <a:off x="0" y="0"/>
          <a:ext cx="0" cy="0"/>
          <a:chOff x="0" y="0"/>
          <a:chExt cx="0" cy="0"/>
        </a:xfrm>
      </p:grpSpPr>
      <p:sp>
        <p:nvSpPr>
          <p:cNvPr id="89" name="Google Shape;89;p12"/>
          <p:cNvSpPr txBox="1">
            <a:spLocks noGrp="1"/>
          </p:cNvSpPr>
          <p:nvPr>
            <p:ph type="title"/>
          </p:nvPr>
        </p:nvSpPr>
        <p:spPr>
          <a:xfrm>
            <a:off x="2268000" y="1504486"/>
            <a:ext cx="20790000" cy="7615500"/>
          </a:xfrm>
          <a:prstGeom prst="rect">
            <a:avLst/>
          </a:prstGeom>
          <a:noFill/>
          <a:ln>
            <a:noFill/>
          </a:ln>
        </p:spPr>
        <p:txBody>
          <a:bodyPr spcFirstLastPara="1" wrap="square" lIns="71650" tIns="35825" rIns="71650" bIns="35825" anchor="b" anchorCtr="0">
            <a:normAutofit/>
          </a:bodyPr>
          <a:lstStyle>
            <a:lvl1pPr lvl="0" algn="l">
              <a:lnSpc>
                <a:spcPct val="85000"/>
              </a:lnSpc>
              <a:spcBef>
                <a:spcPts val="0"/>
              </a:spcBef>
              <a:spcAft>
                <a:spcPts val="0"/>
              </a:spcAft>
              <a:buClr>
                <a:srgbClr val="3F3F3F"/>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0" name="Google Shape;90;p12"/>
          <p:cNvSpPr txBox="1">
            <a:spLocks noGrp="1"/>
          </p:cNvSpPr>
          <p:nvPr>
            <p:ph type="body" idx="1"/>
          </p:nvPr>
        </p:nvSpPr>
        <p:spPr>
          <a:xfrm rot="5400000">
            <a:off x="2103002" y="9853893"/>
            <a:ext cx="21120000" cy="20790000"/>
          </a:xfrm>
          <a:prstGeom prst="rect">
            <a:avLst/>
          </a:prstGeom>
          <a:noFill/>
          <a:ln>
            <a:noFill/>
          </a:ln>
        </p:spPr>
        <p:txBody>
          <a:bodyPr spcFirstLastPara="1" wrap="square" lIns="35825" tIns="0" rIns="35825" bIns="0" anchor="t" anchorCtr="0">
            <a:normAutofit/>
          </a:bodyPr>
          <a:lstStyle>
            <a:lvl1pPr marL="457200" lvl="0" indent="-317500" algn="l">
              <a:lnSpc>
                <a:spcPct val="90000"/>
              </a:lnSpc>
              <a:spcBef>
                <a:spcPts val="3400"/>
              </a:spcBef>
              <a:spcAft>
                <a:spcPts val="0"/>
              </a:spcAft>
              <a:buSzPts val="1400"/>
              <a:buChar char=" "/>
              <a:defRPr/>
            </a:lvl1pPr>
            <a:lvl2pPr marL="914400" lvl="1" indent="-317500" algn="l">
              <a:lnSpc>
                <a:spcPct val="90000"/>
              </a:lnSpc>
              <a:spcBef>
                <a:spcPts val="600"/>
              </a:spcBef>
              <a:spcAft>
                <a:spcPts val="0"/>
              </a:spcAft>
              <a:buSzPts val="1400"/>
              <a:buChar char="◦"/>
              <a:defRPr/>
            </a:lvl2pPr>
            <a:lvl3pPr marL="1371600" lvl="2" indent="-317500" algn="l">
              <a:lnSpc>
                <a:spcPct val="90000"/>
              </a:lnSpc>
              <a:spcBef>
                <a:spcPts val="1100"/>
              </a:spcBef>
              <a:spcAft>
                <a:spcPts val="0"/>
              </a:spcAft>
              <a:buSzPts val="1400"/>
              <a:buChar char="◦"/>
              <a:defRPr/>
            </a:lvl3pPr>
            <a:lvl4pPr marL="1828800" lvl="3" indent="-317500" algn="l">
              <a:lnSpc>
                <a:spcPct val="90000"/>
              </a:lnSpc>
              <a:spcBef>
                <a:spcPts val="1100"/>
              </a:spcBef>
              <a:spcAft>
                <a:spcPts val="0"/>
              </a:spcAft>
              <a:buSzPts val="1400"/>
              <a:buChar char="◦"/>
              <a:defRPr/>
            </a:lvl4pPr>
            <a:lvl5pPr marL="2286000" lvl="4" indent="-317500" algn="l">
              <a:lnSpc>
                <a:spcPct val="90000"/>
              </a:lnSpc>
              <a:spcBef>
                <a:spcPts val="1100"/>
              </a:spcBef>
              <a:spcAft>
                <a:spcPts val="0"/>
              </a:spcAft>
              <a:buSzPts val="1400"/>
              <a:buChar char="◦"/>
              <a:defRPr/>
            </a:lvl5pPr>
            <a:lvl6pPr marL="2743200" lvl="5" indent="-317500" algn="l">
              <a:lnSpc>
                <a:spcPct val="90000"/>
              </a:lnSpc>
              <a:spcBef>
                <a:spcPts val="1100"/>
              </a:spcBef>
              <a:spcAft>
                <a:spcPts val="0"/>
              </a:spcAft>
              <a:buSzPts val="1400"/>
              <a:buChar char="◦"/>
              <a:defRPr/>
            </a:lvl6pPr>
            <a:lvl7pPr marL="3200400" lvl="6" indent="-317500" algn="l">
              <a:lnSpc>
                <a:spcPct val="90000"/>
              </a:lnSpc>
              <a:spcBef>
                <a:spcPts val="1100"/>
              </a:spcBef>
              <a:spcAft>
                <a:spcPts val="0"/>
              </a:spcAft>
              <a:buSzPts val="1400"/>
              <a:buChar char="◦"/>
              <a:defRPr/>
            </a:lvl7pPr>
            <a:lvl8pPr marL="3657600" lvl="7" indent="-317500" algn="l">
              <a:lnSpc>
                <a:spcPct val="90000"/>
              </a:lnSpc>
              <a:spcBef>
                <a:spcPts val="1100"/>
              </a:spcBef>
              <a:spcAft>
                <a:spcPts val="0"/>
              </a:spcAft>
              <a:buSzPts val="1400"/>
              <a:buChar char="◦"/>
              <a:defRPr/>
            </a:lvl8pPr>
            <a:lvl9pPr marL="4114800" lvl="8" indent="-317500" algn="l">
              <a:lnSpc>
                <a:spcPct val="90000"/>
              </a:lnSpc>
              <a:spcBef>
                <a:spcPts val="1100"/>
              </a:spcBef>
              <a:spcAft>
                <a:spcPts val="1100"/>
              </a:spcAft>
              <a:buSzPts val="1400"/>
              <a:buChar char="◦"/>
              <a:defRPr/>
            </a:lvl9pPr>
          </a:lstStyle>
          <a:p>
            <a:endParaRPr/>
          </a:p>
        </p:txBody>
      </p:sp>
      <p:sp>
        <p:nvSpPr>
          <p:cNvPr id="91" name="Google Shape;91;p12"/>
          <p:cNvSpPr txBox="1">
            <a:spLocks noGrp="1"/>
          </p:cNvSpPr>
          <p:nvPr>
            <p:ph type="dt" idx="10"/>
          </p:nvPr>
        </p:nvSpPr>
        <p:spPr>
          <a:xfrm>
            <a:off x="2268004" y="33909641"/>
            <a:ext cx="5109900" cy="1916700"/>
          </a:xfrm>
          <a:prstGeom prst="rect">
            <a:avLst/>
          </a:prstGeom>
          <a:noFill/>
          <a:ln>
            <a:noFill/>
          </a:ln>
        </p:spPr>
        <p:txBody>
          <a:bodyPr spcFirstLastPara="1" wrap="square" lIns="71650" tIns="35825" rIns="71650" bIns="3582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92" name="Google Shape;92;p12"/>
          <p:cNvSpPr txBox="1">
            <a:spLocks noGrp="1"/>
          </p:cNvSpPr>
          <p:nvPr>
            <p:ph type="ftr" idx="11"/>
          </p:nvPr>
        </p:nvSpPr>
        <p:spPr>
          <a:xfrm>
            <a:off x="7619085" y="33909641"/>
            <a:ext cx="9968400" cy="1916700"/>
          </a:xfrm>
          <a:prstGeom prst="rect">
            <a:avLst/>
          </a:prstGeom>
          <a:noFill/>
          <a:ln>
            <a:noFill/>
          </a:ln>
        </p:spPr>
        <p:txBody>
          <a:bodyPr spcFirstLastPara="1" wrap="square" lIns="71650" tIns="35825" rIns="71650" bIns="3582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93" name="Google Shape;93;p12"/>
          <p:cNvSpPr txBox="1">
            <a:spLocks noGrp="1"/>
          </p:cNvSpPr>
          <p:nvPr>
            <p:ph type="sldNum" idx="12"/>
          </p:nvPr>
        </p:nvSpPr>
        <p:spPr>
          <a:xfrm>
            <a:off x="20463548" y="33909641"/>
            <a:ext cx="2712000" cy="1916700"/>
          </a:xfrm>
          <a:prstGeom prst="rect">
            <a:avLst/>
          </a:prstGeom>
          <a:noFill/>
          <a:ln>
            <a:noFill/>
          </a:ln>
        </p:spPr>
        <p:txBody>
          <a:bodyPr spcFirstLastPara="1" wrap="square" lIns="71650" tIns="35825" rIns="71650" bIns="358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ítulo vertical y texto" type="vertTitleAndTx">
  <p:cSld name="VERTICAL_TITLE_AND_VERTICAL_TEXT">
    <p:spTree>
      <p:nvGrpSpPr>
        <p:cNvPr id="1" name="Shape 94"/>
        <p:cNvGrpSpPr/>
        <p:nvPr/>
      </p:nvGrpSpPr>
      <p:grpSpPr>
        <a:xfrm>
          <a:off x="0" y="0"/>
          <a:ext cx="0" cy="0"/>
          <a:chOff x="0" y="0"/>
          <a:chExt cx="0" cy="0"/>
        </a:xfrm>
      </p:grpSpPr>
      <p:sp>
        <p:nvSpPr>
          <p:cNvPr id="95" name="Google Shape;95;p13"/>
          <p:cNvSpPr/>
          <p:nvPr/>
        </p:nvSpPr>
        <p:spPr>
          <a:xfrm>
            <a:off x="6566" y="33600000"/>
            <a:ext cx="25193400" cy="2400000"/>
          </a:xfrm>
          <a:prstGeom prst="rect">
            <a:avLst/>
          </a:prstGeom>
          <a:solidFill>
            <a:schemeClr val="accent2"/>
          </a:solidFill>
          <a:ln>
            <a:noFill/>
          </a:ln>
        </p:spPr>
        <p:txBody>
          <a:bodyPr spcFirstLastPara="1" wrap="square" lIns="71650" tIns="71650" rIns="71650" bIns="71650" anchor="ctr" anchorCtr="0">
            <a:noAutofit/>
          </a:bodyPr>
          <a:lstStyle/>
          <a:p>
            <a:pPr marL="0" lvl="0" indent="0" algn="l" rtl="0">
              <a:spcBef>
                <a:spcPts val="0"/>
              </a:spcBef>
              <a:spcAft>
                <a:spcPts val="0"/>
              </a:spcAft>
              <a:buNone/>
            </a:pPr>
            <a:endParaRPr dirty="0"/>
          </a:p>
        </p:txBody>
      </p:sp>
      <p:sp>
        <p:nvSpPr>
          <p:cNvPr id="96" name="Google Shape;96;p13"/>
          <p:cNvSpPr/>
          <p:nvPr/>
        </p:nvSpPr>
        <p:spPr>
          <a:xfrm>
            <a:off x="34" y="33251003"/>
            <a:ext cx="25193400" cy="336000"/>
          </a:xfrm>
          <a:prstGeom prst="rect">
            <a:avLst/>
          </a:prstGeom>
          <a:solidFill>
            <a:schemeClr val="accent1"/>
          </a:solidFill>
          <a:ln>
            <a:noFill/>
          </a:ln>
        </p:spPr>
        <p:txBody>
          <a:bodyPr spcFirstLastPara="1" wrap="square" lIns="71650" tIns="71650" rIns="71650" bIns="71650" anchor="ctr" anchorCtr="0">
            <a:noAutofit/>
          </a:bodyPr>
          <a:lstStyle/>
          <a:p>
            <a:pPr marL="0" lvl="0" indent="0" algn="l" rtl="0">
              <a:spcBef>
                <a:spcPts val="0"/>
              </a:spcBef>
              <a:spcAft>
                <a:spcPts val="0"/>
              </a:spcAft>
              <a:buNone/>
            </a:pPr>
            <a:endParaRPr dirty="0"/>
          </a:p>
        </p:txBody>
      </p:sp>
      <p:sp>
        <p:nvSpPr>
          <p:cNvPr id="97" name="Google Shape;97;p13"/>
          <p:cNvSpPr txBox="1">
            <a:spLocks noGrp="1"/>
          </p:cNvSpPr>
          <p:nvPr>
            <p:ph type="title"/>
          </p:nvPr>
        </p:nvSpPr>
        <p:spPr>
          <a:xfrm rot="5400000">
            <a:off x="5639252" y="14571670"/>
            <a:ext cx="30222600" cy="5433900"/>
          </a:xfrm>
          <a:prstGeom prst="rect">
            <a:avLst/>
          </a:prstGeom>
          <a:noFill/>
          <a:ln>
            <a:noFill/>
          </a:ln>
        </p:spPr>
        <p:txBody>
          <a:bodyPr spcFirstLastPara="1" wrap="square" lIns="71650" tIns="35825" rIns="71650" bIns="35825" anchor="b" anchorCtr="0">
            <a:normAutofit/>
          </a:bodyPr>
          <a:lstStyle>
            <a:lvl1pPr lvl="0" algn="l">
              <a:lnSpc>
                <a:spcPct val="85000"/>
              </a:lnSpc>
              <a:spcBef>
                <a:spcPts val="0"/>
              </a:spcBef>
              <a:spcAft>
                <a:spcPts val="0"/>
              </a:spcAft>
              <a:buClr>
                <a:srgbClr val="3F3F3F"/>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8" name="Google Shape;98;p13"/>
          <p:cNvSpPr txBox="1">
            <a:spLocks noGrp="1"/>
          </p:cNvSpPr>
          <p:nvPr>
            <p:ph type="body" idx="1"/>
          </p:nvPr>
        </p:nvSpPr>
        <p:spPr>
          <a:xfrm rot="5400000">
            <a:off x="-5385598" y="9295568"/>
            <a:ext cx="30222600" cy="15986100"/>
          </a:xfrm>
          <a:prstGeom prst="rect">
            <a:avLst/>
          </a:prstGeom>
          <a:noFill/>
          <a:ln>
            <a:noFill/>
          </a:ln>
        </p:spPr>
        <p:txBody>
          <a:bodyPr spcFirstLastPara="1" wrap="square" lIns="35825" tIns="0" rIns="35825" bIns="0" anchor="t" anchorCtr="0">
            <a:normAutofit/>
          </a:bodyPr>
          <a:lstStyle>
            <a:lvl1pPr marL="457200" lvl="0" indent="-317500" algn="l">
              <a:lnSpc>
                <a:spcPct val="90000"/>
              </a:lnSpc>
              <a:spcBef>
                <a:spcPts val="3400"/>
              </a:spcBef>
              <a:spcAft>
                <a:spcPts val="0"/>
              </a:spcAft>
              <a:buSzPts val="1400"/>
              <a:buChar char=" "/>
              <a:defRPr/>
            </a:lvl1pPr>
            <a:lvl2pPr marL="914400" lvl="1" indent="-317500" algn="l">
              <a:lnSpc>
                <a:spcPct val="90000"/>
              </a:lnSpc>
              <a:spcBef>
                <a:spcPts val="600"/>
              </a:spcBef>
              <a:spcAft>
                <a:spcPts val="0"/>
              </a:spcAft>
              <a:buSzPts val="1400"/>
              <a:buChar char="◦"/>
              <a:defRPr/>
            </a:lvl2pPr>
            <a:lvl3pPr marL="1371600" lvl="2" indent="-317500" algn="l">
              <a:lnSpc>
                <a:spcPct val="90000"/>
              </a:lnSpc>
              <a:spcBef>
                <a:spcPts val="1100"/>
              </a:spcBef>
              <a:spcAft>
                <a:spcPts val="0"/>
              </a:spcAft>
              <a:buSzPts val="1400"/>
              <a:buChar char="◦"/>
              <a:defRPr/>
            </a:lvl3pPr>
            <a:lvl4pPr marL="1828800" lvl="3" indent="-317500" algn="l">
              <a:lnSpc>
                <a:spcPct val="90000"/>
              </a:lnSpc>
              <a:spcBef>
                <a:spcPts val="1100"/>
              </a:spcBef>
              <a:spcAft>
                <a:spcPts val="0"/>
              </a:spcAft>
              <a:buSzPts val="1400"/>
              <a:buChar char="◦"/>
              <a:defRPr/>
            </a:lvl4pPr>
            <a:lvl5pPr marL="2286000" lvl="4" indent="-317500" algn="l">
              <a:lnSpc>
                <a:spcPct val="90000"/>
              </a:lnSpc>
              <a:spcBef>
                <a:spcPts val="1100"/>
              </a:spcBef>
              <a:spcAft>
                <a:spcPts val="0"/>
              </a:spcAft>
              <a:buSzPts val="1400"/>
              <a:buChar char="◦"/>
              <a:defRPr/>
            </a:lvl5pPr>
            <a:lvl6pPr marL="2743200" lvl="5" indent="-317500" algn="l">
              <a:lnSpc>
                <a:spcPct val="90000"/>
              </a:lnSpc>
              <a:spcBef>
                <a:spcPts val="1100"/>
              </a:spcBef>
              <a:spcAft>
                <a:spcPts val="0"/>
              </a:spcAft>
              <a:buSzPts val="1400"/>
              <a:buChar char="◦"/>
              <a:defRPr/>
            </a:lvl6pPr>
            <a:lvl7pPr marL="3200400" lvl="6" indent="-317500" algn="l">
              <a:lnSpc>
                <a:spcPct val="90000"/>
              </a:lnSpc>
              <a:spcBef>
                <a:spcPts val="1100"/>
              </a:spcBef>
              <a:spcAft>
                <a:spcPts val="0"/>
              </a:spcAft>
              <a:buSzPts val="1400"/>
              <a:buChar char="◦"/>
              <a:defRPr/>
            </a:lvl7pPr>
            <a:lvl8pPr marL="3657600" lvl="7" indent="-317500" algn="l">
              <a:lnSpc>
                <a:spcPct val="90000"/>
              </a:lnSpc>
              <a:spcBef>
                <a:spcPts val="1100"/>
              </a:spcBef>
              <a:spcAft>
                <a:spcPts val="0"/>
              </a:spcAft>
              <a:buSzPts val="1400"/>
              <a:buChar char="◦"/>
              <a:defRPr/>
            </a:lvl8pPr>
            <a:lvl9pPr marL="4114800" lvl="8" indent="-317500" algn="l">
              <a:lnSpc>
                <a:spcPct val="90000"/>
              </a:lnSpc>
              <a:spcBef>
                <a:spcPts val="1100"/>
              </a:spcBef>
              <a:spcAft>
                <a:spcPts val="1100"/>
              </a:spcAft>
              <a:buSzPts val="1400"/>
              <a:buChar char="◦"/>
              <a:defRPr/>
            </a:lvl9pPr>
          </a:lstStyle>
          <a:p>
            <a:endParaRPr/>
          </a:p>
        </p:txBody>
      </p:sp>
      <p:sp>
        <p:nvSpPr>
          <p:cNvPr id="99" name="Google Shape;99;p13"/>
          <p:cNvSpPr txBox="1">
            <a:spLocks noGrp="1"/>
          </p:cNvSpPr>
          <p:nvPr>
            <p:ph type="dt" idx="10"/>
          </p:nvPr>
        </p:nvSpPr>
        <p:spPr>
          <a:xfrm>
            <a:off x="2268004" y="33909641"/>
            <a:ext cx="5109900" cy="1916700"/>
          </a:xfrm>
          <a:prstGeom prst="rect">
            <a:avLst/>
          </a:prstGeom>
          <a:noFill/>
          <a:ln>
            <a:noFill/>
          </a:ln>
        </p:spPr>
        <p:txBody>
          <a:bodyPr spcFirstLastPara="1" wrap="square" lIns="71650" tIns="35825" rIns="71650" bIns="3582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100" name="Google Shape;100;p13"/>
          <p:cNvSpPr txBox="1">
            <a:spLocks noGrp="1"/>
          </p:cNvSpPr>
          <p:nvPr>
            <p:ph type="ftr" idx="11"/>
          </p:nvPr>
        </p:nvSpPr>
        <p:spPr>
          <a:xfrm>
            <a:off x="7619085" y="33909641"/>
            <a:ext cx="9968400" cy="1916700"/>
          </a:xfrm>
          <a:prstGeom prst="rect">
            <a:avLst/>
          </a:prstGeom>
          <a:noFill/>
          <a:ln>
            <a:noFill/>
          </a:ln>
        </p:spPr>
        <p:txBody>
          <a:bodyPr spcFirstLastPara="1" wrap="square" lIns="71650" tIns="35825" rIns="71650" bIns="3582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dirty="0"/>
          </a:p>
        </p:txBody>
      </p:sp>
      <p:sp>
        <p:nvSpPr>
          <p:cNvPr id="101" name="Google Shape;101;p13"/>
          <p:cNvSpPr txBox="1">
            <a:spLocks noGrp="1"/>
          </p:cNvSpPr>
          <p:nvPr>
            <p:ph type="sldNum" idx="12"/>
          </p:nvPr>
        </p:nvSpPr>
        <p:spPr>
          <a:xfrm>
            <a:off x="20463548" y="33909641"/>
            <a:ext cx="2712000" cy="1916700"/>
          </a:xfrm>
          <a:prstGeom prst="rect">
            <a:avLst/>
          </a:prstGeom>
          <a:noFill/>
          <a:ln>
            <a:noFill/>
          </a:ln>
        </p:spPr>
        <p:txBody>
          <a:bodyPr spcFirstLastPara="1" wrap="square" lIns="71650" tIns="35825" rIns="71650" bIns="358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p:nvPr/>
        </p:nvSpPr>
        <p:spPr>
          <a:xfrm>
            <a:off x="2" y="33600000"/>
            <a:ext cx="25200000" cy="2400000"/>
          </a:xfrm>
          <a:prstGeom prst="rect">
            <a:avLst/>
          </a:prstGeom>
          <a:solidFill>
            <a:schemeClr val="accent2"/>
          </a:solidFill>
          <a:ln>
            <a:noFill/>
          </a:ln>
        </p:spPr>
        <p:txBody>
          <a:bodyPr spcFirstLastPara="1" wrap="square" lIns="71650" tIns="71650" rIns="71650" bIns="71650" anchor="ctr" anchorCtr="0">
            <a:noAutofit/>
          </a:bodyPr>
          <a:lstStyle/>
          <a:p>
            <a:pPr marL="0" lvl="0" indent="0" algn="l" rtl="0">
              <a:spcBef>
                <a:spcPts val="0"/>
              </a:spcBef>
              <a:spcAft>
                <a:spcPts val="0"/>
              </a:spcAft>
              <a:buNone/>
            </a:pPr>
            <a:endParaRPr dirty="0"/>
          </a:p>
        </p:txBody>
      </p:sp>
      <p:sp>
        <p:nvSpPr>
          <p:cNvPr id="11" name="Google Shape;11;p2"/>
          <p:cNvSpPr/>
          <p:nvPr/>
        </p:nvSpPr>
        <p:spPr>
          <a:xfrm>
            <a:off x="2" y="33251000"/>
            <a:ext cx="25200000" cy="346500"/>
          </a:xfrm>
          <a:prstGeom prst="rect">
            <a:avLst/>
          </a:prstGeom>
          <a:solidFill>
            <a:schemeClr val="accent1"/>
          </a:solidFill>
          <a:ln>
            <a:noFill/>
          </a:ln>
        </p:spPr>
        <p:txBody>
          <a:bodyPr spcFirstLastPara="1" wrap="square" lIns="71650" tIns="71650" rIns="71650" bIns="71650" anchor="ctr" anchorCtr="0">
            <a:noAutofit/>
          </a:bodyPr>
          <a:lstStyle/>
          <a:p>
            <a:pPr marL="0" lvl="0" indent="0" algn="l" rtl="0">
              <a:spcBef>
                <a:spcPts val="0"/>
              </a:spcBef>
              <a:spcAft>
                <a:spcPts val="0"/>
              </a:spcAft>
              <a:buNone/>
            </a:pPr>
            <a:endParaRPr dirty="0"/>
          </a:p>
        </p:txBody>
      </p:sp>
      <p:sp>
        <p:nvSpPr>
          <p:cNvPr id="12" name="Google Shape;12;p2"/>
          <p:cNvSpPr txBox="1">
            <a:spLocks noGrp="1"/>
          </p:cNvSpPr>
          <p:nvPr>
            <p:ph type="title"/>
          </p:nvPr>
        </p:nvSpPr>
        <p:spPr>
          <a:xfrm>
            <a:off x="2268000" y="1504486"/>
            <a:ext cx="20790000" cy="7615500"/>
          </a:xfrm>
          <a:prstGeom prst="rect">
            <a:avLst/>
          </a:prstGeom>
          <a:noFill/>
          <a:ln>
            <a:noFill/>
          </a:ln>
        </p:spPr>
        <p:txBody>
          <a:bodyPr spcFirstLastPara="1" wrap="square" lIns="71650" tIns="35825" rIns="71650" bIns="35825" anchor="b" anchorCtr="0">
            <a:normAutofit/>
          </a:bodyPr>
          <a:lstStyle>
            <a:lvl1pPr marR="0" lvl="0" algn="l" rtl="0">
              <a:lnSpc>
                <a:spcPct val="85000"/>
              </a:lnSpc>
              <a:spcBef>
                <a:spcPts val="0"/>
              </a:spcBef>
              <a:spcAft>
                <a:spcPts val="0"/>
              </a:spcAft>
              <a:buClr>
                <a:srgbClr val="3F3F3F"/>
              </a:buClr>
              <a:buSzPts val="13500"/>
              <a:buFont typeface="Calibri"/>
              <a:buNone/>
              <a:defRPr sz="13500" b="0" i="0" u="none" strike="noStrike" cap="none">
                <a:solidFill>
                  <a:srgbClr val="3F3F3F"/>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13" name="Google Shape;13;p2"/>
          <p:cNvSpPr txBox="1">
            <a:spLocks noGrp="1"/>
          </p:cNvSpPr>
          <p:nvPr>
            <p:ph type="body" idx="1"/>
          </p:nvPr>
        </p:nvSpPr>
        <p:spPr>
          <a:xfrm>
            <a:off x="2267998" y="9688893"/>
            <a:ext cx="20790000" cy="21120000"/>
          </a:xfrm>
          <a:prstGeom prst="rect">
            <a:avLst/>
          </a:prstGeom>
          <a:noFill/>
          <a:ln>
            <a:noFill/>
          </a:ln>
        </p:spPr>
        <p:txBody>
          <a:bodyPr spcFirstLastPara="1" wrap="square" lIns="0" tIns="35825" rIns="0" bIns="35825" anchor="t" anchorCtr="0">
            <a:normAutofit/>
          </a:bodyPr>
          <a:lstStyle>
            <a:lvl1pPr marL="457200" marR="0" lvl="0" indent="-584200" algn="l" rtl="0">
              <a:lnSpc>
                <a:spcPct val="90000"/>
              </a:lnSpc>
              <a:spcBef>
                <a:spcPts val="3400"/>
              </a:spcBef>
              <a:spcAft>
                <a:spcPts val="0"/>
              </a:spcAft>
              <a:buClr>
                <a:schemeClr val="accent1"/>
              </a:buClr>
              <a:buSzPts val="5600"/>
              <a:buFont typeface="Calibri"/>
              <a:buChar char=" "/>
              <a:defRPr sz="5600" b="0" i="0" u="none" strike="noStrike" cap="none">
                <a:solidFill>
                  <a:srgbClr val="3F3F3F"/>
                </a:solidFill>
                <a:latin typeface="Calibri"/>
                <a:ea typeface="Calibri"/>
                <a:cs typeface="Calibri"/>
                <a:sym typeface="Calibri"/>
              </a:defRPr>
            </a:lvl1pPr>
            <a:lvl2pPr marL="914400" marR="0" lvl="1" indent="-552450" algn="l" rtl="0">
              <a:lnSpc>
                <a:spcPct val="90000"/>
              </a:lnSpc>
              <a:spcBef>
                <a:spcPts val="600"/>
              </a:spcBef>
              <a:spcAft>
                <a:spcPts val="0"/>
              </a:spcAft>
              <a:buClr>
                <a:schemeClr val="accent1"/>
              </a:buClr>
              <a:buSzPts val="5100"/>
              <a:buFont typeface="Calibri"/>
              <a:buChar char="◦"/>
              <a:defRPr sz="5100" b="0" i="0" u="none" strike="noStrike" cap="none">
                <a:solidFill>
                  <a:srgbClr val="3F3F3F"/>
                </a:solidFill>
                <a:latin typeface="Calibri"/>
                <a:ea typeface="Calibri"/>
                <a:cs typeface="Calibri"/>
                <a:sym typeface="Calibri"/>
              </a:defRPr>
            </a:lvl2pPr>
            <a:lvl3pPr marL="1371600" marR="0" lvl="2" indent="-482600" algn="l" rtl="0">
              <a:lnSpc>
                <a:spcPct val="90000"/>
              </a:lnSpc>
              <a:spcBef>
                <a:spcPts val="1100"/>
              </a:spcBef>
              <a:spcAft>
                <a:spcPts val="0"/>
              </a:spcAft>
              <a:buClr>
                <a:schemeClr val="accent1"/>
              </a:buClr>
              <a:buSzPts val="4000"/>
              <a:buFont typeface="Calibri"/>
              <a:buChar char="◦"/>
              <a:defRPr sz="4000" b="0" i="0" u="none" strike="noStrike" cap="none">
                <a:solidFill>
                  <a:srgbClr val="3F3F3F"/>
                </a:solidFill>
                <a:latin typeface="Calibri"/>
                <a:ea typeface="Calibri"/>
                <a:cs typeface="Calibri"/>
                <a:sym typeface="Calibri"/>
              </a:defRPr>
            </a:lvl3pPr>
            <a:lvl4pPr marL="1828800" marR="0" lvl="3" indent="-482600" algn="l" rtl="0">
              <a:lnSpc>
                <a:spcPct val="90000"/>
              </a:lnSpc>
              <a:spcBef>
                <a:spcPts val="1100"/>
              </a:spcBef>
              <a:spcAft>
                <a:spcPts val="0"/>
              </a:spcAft>
              <a:buClr>
                <a:schemeClr val="accent1"/>
              </a:buClr>
              <a:buSzPts val="4000"/>
              <a:buFont typeface="Calibri"/>
              <a:buChar char="◦"/>
              <a:defRPr sz="4000" b="0" i="0" u="none" strike="noStrike" cap="none">
                <a:solidFill>
                  <a:srgbClr val="3F3F3F"/>
                </a:solidFill>
                <a:latin typeface="Calibri"/>
                <a:ea typeface="Calibri"/>
                <a:cs typeface="Calibri"/>
                <a:sym typeface="Calibri"/>
              </a:defRPr>
            </a:lvl4pPr>
            <a:lvl5pPr marL="2286000" marR="0" lvl="4" indent="-482600" algn="l" rtl="0">
              <a:lnSpc>
                <a:spcPct val="90000"/>
              </a:lnSpc>
              <a:spcBef>
                <a:spcPts val="1100"/>
              </a:spcBef>
              <a:spcAft>
                <a:spcPts val="0"/>
              </a:spcAft>
              <a:buClr>
                <a:schemeClr val="accent1"/>
              </a:buClr>
              <a:buSzPts val="4000"/>
              <a:buFont typeface="Calibri"/>
              <a:buChar char="◦"/>
              <a:defRPr sz="4000" b="0" i="0" u="none" strike="noStrike" cap="none">
                <a:solidFill>
                  <a:srgbClr val="3F3F3F"/>
                </a:solidFill>
                <a:latin typeface="Calibri"/>
                <a:ea typeface="Calibri"/>
                <a:cs typeface="Calibri"/>
                <a:sym typeface="Calibri"/>
              </a:defRPr>
            </a:lvl5pPr>
            <a:lvl6pPr marL="2743200" marR="0" lvl="5" indent="-482600" algn="l" rtl="0">
              <a:lnSpc>
                <a:spcPct val="90000"/>
              </a:lnSpc>
              <a:spcBef>
                <a:spcPts val="1100"/>
              </a:spcBef>
              <a:spcAft>
                <a:spcPts val="0"/>
              </a:spcAft>
              <a:buClr>
                <a:schemeClr val="accent1"/>
              </a:buClr>
              <a:buSzPts val="4000"/>
              <a:buFont typeface="Calibri"/>
              <a:buChar char="◦"/>
              <a:defRPr sz="4000" b="0" i="0" u="none" strike="noStrike" cap="none">
                <a:solidFill>
                  <a:srgbClr val="3F3F3F"/>
                </a:solidFill>
                <a:latin typeface="Calibri"/>
                <a:ea typeface="Calibri"/>
                <a:cs typeface="Calibri"/>
                <a:sym typeface="Calibri"/>
              </a:defRPr>
            </a:lvl6pPr>
            <a:lvl7pPr marL="3200400" marR="0" lvl="6" indent="-482600" algn="l" rtl="0">
              <a:lnSpc>
                <a:spcPct val="90000"/>
              </a:lnSpc>
              <a:spcBef>
                <a:spcPts val="1100"/>
              </a:spcBef>
              <a:spcAft>
                <a:spcPts val="0"/>
              </a:spcAft>
              <a:buClr>
                <a:schemeClr val="accent1"/>
              </a:buClr>
              <a:buSzPts val="4000"/>
              <a:buFont typeface="Calibri"/>
              <a:buChar char="◦"/>
              <a:defRPr sz="4000" b="0" i="0" u="none" strike="noStrike" cap="none">
                <a:solidFill>
                  <a:srgbClr val="3F3F3F"/>
                </a:solidFill>
                <a:latin typeface="Calibri"/>
                <a:ea typeface="Calibri"/>
                <a:cs typeface="Calibri"/>
                <a:sym typeface="Calibri"/>
              </a:defRPr>
            </a:lvl7pPr>
            <a:lvl8pPr marL="3657600" marR="0" lvl="7" indent="-482600" algn="l" rtl="0">
              <a:lnSpc>
                <a:spcPct val="90000"/>
              </a:lnSpc>
              <a:spcBef>
                <a:spcPts val="1100"/>
              </a:spcBef>
              <a:spcAft>
                <a:spcPts val="0"/>
              </a:spcAft>
              <a:buClr>
                <a:schemeClr val="accent1"/>
              </a:buClr>
              <a:buSzPts val="4000"/>
              <a:buFont typeface="Calibri"/>
              <a:buChar char="◦"/>
              <a:defRPr sz="4000" b="0" i="0" u="none" strike="noStrike" cap="none">
                <a:solidFill>
                  <a:srgbClr val="3F3F3F"/>
                </a:solidFill>
                <a:latin typeface="Calibri"/>
                <a:ea typeface="Calibri"/>
                <a:cs typeface="Calibri"/>
                <a:sym typeface="Calibri"/>
              </a:defRPr>
            </a:lvl8pPr>
            <a:lvl9pPr marL="4114800" marR="0" lvl="8" indent="-482600" algn="l" rtl="0">
              <a:lnSpc>
                <a:spcPct val="90000"/>
              </a:lnSpc>
              <a:spcBef>
                <a:spcPts val="1100"/>
              </a:spcBef>
              <a:spcAft>
                <a:spcPts val="1100"/>
              </a:spcAft>
              <a:buClr>
                <a:schemeClr val="accent1"/>
              </a:buClr>
              <a:buSzPts val="4000"/>
              <a:buFont typeface="Calibri"/>
              <a:buChar char="◦"/>
              <a:defRPr sz="4000" b="0" i="0" u="none" strike="noStrike" cap="none">
                <a:solidFill>
                  <a:srgbClr val="3F3F3F"/>
                </a:solidFill>
                <a:latin typeface="Calibri"/>
                <a:ea typeface="Calibri"/>
                <a:cs typeface="Calibri"/>
                <a:sym typeface="Calibri"/>
              </a:defRPr>
            </a:lvl9pPr>
          </a:lstStyle>
          <a:p>
            <a:endParaRPr/>
          </a:p>
        </p:txBody>
      </p:sp>
      <p:sp>
        <p:nvSpPr>
          <p:cNvPr id="14" name="Google Shape;14;p2"/>
          <p:cNvSpPr txBox="1">
            <a:spLocks noGrp="1"/>
          </p:cNvSpPr>
          <p:nvPr>
            <p:ph type="dt" idx="10"/>
          </p:nvPr>
        </p:nvSpPr>
        <p:spPr>
          <a:xfrm>
            <a:off x="2268004" y="33909641"/>
            <a:ext cx="5109900" cy="1916700"/>
          </a:xfrm>
          <a:prstGeom prst="rect">
            <a:avLst/>
          </a:prstGeom>
          <a:noFill/>
          <a:ln>
            <a:noFill/>
          </a:ln>
        </p:spPr>
        <p:txBody>
          <a:bodyPr spcFirstLastPara="1" wrap="square" lIns="71650" tIns="35825" rIns="71650" bIns="35825" anchor="ctr" anchorCtr="0">
            <a:noAutofit/>
          </a:bodyPr>
          <a:lstStyle>
            <a:lvl1pPr marR="0" lvl="0" algn="l" rtl="0">
              <a:spcBef>
                <a:spcPts val="0"/>
              </a:spcBef>
              <a:spcAft>
                <a:spcPts val="0"/>
              </a:spcAft>
              <a:buSzPts val="1100"/>
              <a:buNone/>
              <a:defRPr sz="25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dirty="0"/>
          </a:p>
        </p:txBody>
      </p:sp>
      <p:sp>
        <p:nvSpPr>
          <p:cNvPr id="15" name="Google Shape;15;p2"/>
          <p:cNvSpPr txBox="1">
            <a:spLocks noGrp="1"/>
          </p:cNvSpPr>
          <p:nvPr>
            <p:ph type="ftr" idx="11"/>
          </p:nvPr>
        </p:nvSpPr>
        <p:spPr>
          <a:xfrm>
            <a:off x="7619085" y="33909641"/>
            <a:ext cx="9968400" cy="1916700"/>
          </a:xfrm>
          <a:prstGeom prst="rect">
            <a:avLst/>
          </a:prstGeom>
          <a:noFill/>
          <a:ln>
            <a:noFill/>
          </a:ln>
        </p:spPr>
        <p:txBody>
          <a:bodyPr spcFirstLastPara="1" wrap="square" lIns="71650" tIns="35825" rIns="71650" bIns="35825" anchor="ctr" anchorCtr="0">
            <a:noAutofit/>
          </a:bodyPr>
          <a:lstStyle>
            <a:lvl1pPr marR="0" lvl="0" algn="ctr" rtl="0">
              <a:spcBef>
                <a:spcPts val="0"/>
              </a:spcBef>
              <a:spcAft>
                <a:spcPts val="0"/>
              </a:spcAft>
              <a:buSzPts val="1100"/>
              <a:buNone/>
              <a:defRPr sz="25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dirty="0"/>
          </a:p>
        </p:txBody>
      </p:sp>
      <p:sp>
        <p:nvSpPr>
          <p:cNvPr id="16" name="Google Shape;16;p2"/>
          <p:cNvSpPr txBox="1">
            <a:spLocks noGrp="1"/>
          </p:cNvSpPr>
          <p:nvPr>
            <p:ph type="sldNum" idx="12"/>
          </p:nvPr>
        </p:nvSpPr>
        <p:spPr>
          <a:xfrm>
            <a:off x="20463548" y="33909641"/>
            <a:ext cx="2712000" cy="1916700"/>
          </a:xfrm>
          <a:prstGeom prst="rect">
            <a:avLst/>
          </a:prstGeom>
          <a:noFill/>
          <a:ln>
            <a:noFill/>
          </a:ln>
        </p:spPr>
        <p:txBody>
          <a:bodyPr spcFirstLastPara="1" wrap="square" lIns="71650" tIns="35825" rIns="71650" bIns="35825" anchor="ctr" anchorCtr="0">
            <a:noAutofit/>
          </a:bodyPr>
          <a:lstStyle>
            <a:lvl1pPr marL="0" marR="0" lvl="0" indent="0" algn="r" rtl="0">
              <a:spcBef>
                <a:spcPts val="0"/>
              </a:spcBef>
              <a:buNone/>
              <a:defRPr sz="3000" b="0" i="0" u="none" strike="noStrike" cap="none">
                <a:solidFill>
                  <a:srgbClr val="FFFFFF"/>
                </a:solidFill>
                <a:latin typeface="Calibri"/>
                <a:ea typeface="Calibri"/>
                <a:cs typeface="Calibri"/>
                <a:sym typeface="Calibri"/>
              </a:defRPr>
            </a:lvl1pPr>
            <a:lvl2pPr marL="0" marR="0" lvl="1" indent="0" algn="r" rtl="0">
              <a:spcBef>
                <a:spcPts val="0"/>
              </a:spcBef>
              <a:buNone/>
              <a:defRPr sz="3000" b="0" i="0" u="none" strike="noStrike" cap="none">
                <a:solidFill>
                  <a:srgbClr val="FFFFFF"/>
                </a:solidFill>
                <a:latin typeface="Calibri"/>
                <a:ea typeface="Calibri"/>
                <a:cs typeface="Calibri"/>
                <a:sym typeface="Calibri"/>
              </a:defRPr>
            </a:lvl2pPr>
            <a:lvl3pPr marL="0" marR="0" lvl="2" indent="0" algn="r" rtl="0">
              <a:spcBef>
                <a:spcPts val="0"/>
              </a:spcBef>
              <a:buNone/>
              <a:defRPr sz="3000" b="0" i="0" u="none" strike="noStrike" cap="none">
                <a:solidFill>
                  <a:srgbClr val="FFFFFF"/>
                </a:solidFill>
                <a:latin typeface="Calibri"/>
                <a:ea typeface="Calibri"/>
                <a:cs typeface="Calibri"/>
                <a:sym typeface="Calibri"/>
              </a:defRPr>
            </a:lvl3pPr>
            <a:lvl4pPr marL="0" marR="0" lvl="3" indent="0" algn="r" rtl="0">
              <a:spcBef>
                <a:spcPts val="0"/>
              </a:spcBef>
              <a:buNone/>
              <a:defRPr sz="3000" b="0" i="0" u="none" strike="noStrike" cap="none">
                <a:solidFill>
                  <a:srgbClr val="FFFFFF"/>
                </a:solidFill>
                <a:latin typeface="Calibri"/>
                <a:ea typeface="Calibri"/>
                <a:cs typeface="Calibri"/>
                <a:sym typeface="Calibri"/>
              </a:defRPr>
            </a:lvl4pPr>
            <a:lvl5pPr marL="0" marR="0" lvl="4" indent="0" algn="r" rtl="0">
              <a:spcBef>
                <a:spcPts val="0"/>
              </a:spcBef>
              <a:buNone/>
              <a:defRPr sz="3000" b="0" i="0" u="none" strike="noStrike" cap="none">
                <a:solidFill>
                  <a:srgbClr val="FFFFFF"/>
                </a:solidFill>
                <a:latin typeface="Calibri"/>
                <a:ea typeface="Calibri"/>
                <a:cs typeface="Calibri"/>
                <a:sym typeface="Calibri"/>
              </a:defRPr>
            </a:lvl5pPr>
            <a:lvl6pPr marL="0" marR="0" lvl="5" indent="0" algn="r" rtl="0">
              <a:spcBef>
                <a:spcPts val="0"/>
              </a:spcBef>
              <a:buNone/>
              <a:defRPr sz="3000" b="0" i="0" u="none" strike="noStrike" cap="none">
                <a:solidFill>
                  <a:srgbClr val="FFFFFF"/>
                </a:solidFill>
                <a:latin typeface="Calibri"/>
                <a:ea typeface="Calibri"/>
                <a:cs typeface="Calibri"/>
                <a:sym typeface="Calibri"/>
              </a:defRPr>
            </a:lvl6pPr>
            <a:lvl7pPr marL="0" marR="0" lvl="6" indent="0" algn="r" rtl="0">
              <a:spcBef>
                <a:spcPts val="0"/>
              </a:spcBef>
              <a:buNone/>
              <a:defRPr sz="3000" b="0" i="0" u="none" strike="noStrike" cap="none">
                <a:solidFill>
                  <a:srgbClr val="FFFFFF"/>
                </a:solidFill>
                <a:latin typeface="Calibri"/>
                <a:ea typeface="Calibri"/>
                <a:cs typeface="Calibri"/>
                <a:sym typeface="Calibri"/>
              </a:defRPr>
            </a:lvl7pPr>
            <a:lvl8pPr marL="0" marR="0" lvl="7" indent="0" algn="r" rtl="0">
              <a:spcBef>
                <a:spcPts val="0"/>
              </a:spcBef>
              <a:buNone/>
              <a:defRPr sz="3000" b="0" i="0" u="none" strike="noStrike" cap="none">
                <a:solidFill>
                  <a:srgbClr val="FFFFFF"/>
                </a:solidFill>
                <a:latin typeface="Calibri"/>
                <a:ea typeface="Calibri"/>
                <a:cs typeface="Calibri"/>
                <a:sym typeface="Calibri"/>
              </a:defRPr>
            </a:lvl8pPr>
            <a:lvl9pPr marL="0" marR="0" lvl="8" indent="0" algn="r" rtl="0">
              <a:spcBef>
                <a:spcPts val="0"/>
              </a:spcBef>
              <a:buNone/>
              <a:defRPr sz="300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dirty="0"/>
          </a:p>
        </p:txBody>
      </p:sp>
      <p:cxnSp>
        <p:nvCxnSpPr>
          <p:cNvPr id="17" name="Google Shape;17;p2"/>
          <p:cNvCxnSpPr/>
          <p:nvPr/>
        </p:nvCxnSpPr>
        <p:spPr>
          <a:xfrm>
            <a:off x="2466946" y="9122546"/>
            <a:ext cx="20601000" cy="0"/>
          </a:xfrm>
          <a:prstGeom prst="straightConnector1">
            <a:avLst/>
          </a:prstGeom>
          <a:noFill/>
          <a:ln w="9525" cap="flat" cmpd="sng">
            <a:solidFill>
              <a:srgbClr val="7F7F7F"/>
            </a:solidFill>
            <a:prstDash val="solid"/>
            <a:round/>
            <a:headEnd type="none" w="sm" len="sm"/>
            <a:tailEnd type="none" w="sm" len="sm"/>
          </a:ln>
        </p:spPr>
      </p:cxnSp>
      <p:sp>
        <p:nvSpPr>
          <p:cNvPr id="18" name="Google Shape;18;p2"/>
          <p:cNvSpPr/>
          <p:nvPr/>
        </p:nvSpPr>
        <p:spPr>
          <a:xfrm>
            <a:off x="0" y="0"/>
            <a:ext cx="25200000" cy="5499900"/>
          </a:xfrm>
          <a:prstGeom prst="rect">
            <a:avLst/>
          </a:prstGeom>
          <a:solidFill>
            <a:schemeClr val="accent4"/>
          </a:solidFill>
          <a:ln>
            <a:noFill/>
          </a:ln>
        </p:spPr>
        <p:txBody>
          <a:bodyPr spcFirstLastPara="1" wrap="square" lIns="71650" tIns="35825" rIns="71650" bIns="35825" anchor="ctr" anchorCtr="0">
            <a:noAutofit/>
          </a:bodyPr>
          <a:lstStyle/>
          <a:p>
            <a:pPr marL="0" marR="0" lvl="0" indent="0" algn="ctr" rtl="0">
              <a:spcBef>
                <a:spcPts val="0"/>
              </a:spcBef>
              <a:spcAft>
                <a:spcPts val="0"/>
              </a:spcAft>
              <a:buNone/>
            </a:pPr>
            <a:endParaRPr sz="4300" b="0" i="0" u="none" strike="noStrike" cap="none" dirty="0">
              <a:solidFill>
                <a:schemeClr val="lt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1.png"/><Relationship Id="rId18" Type="http://schemas.openxmlformats.org/officeDocument/2006/relationships/hyperlink" Target="about:blank" TargetMode="External"/><Relationship Id="rId3" Type="http://schemas.openxmlformats.org/officeDocument/2006/relationships/image" Target="../media/image2.jpg"/><Relationship Id="rId21" Type="http://schemas.openxmlformats.org/officeDocument/2006/relationships/image" Target="../media/image17.png"/><Relationship Id="rId7" Type="http://schemas.openxmlformats.org/officeDocument/2006/relationships/image" Target="../media/image6.png"/><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notesSlide" Target="../notesSlides/notesSlide1.xml"/><Relationship Id="rId16" Type="http://schemas.openxmlformats.org/officeDocument/2006/relationships/image" Target="../media/image13.png"/><Relationship Id="rId20"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5.jpeg"/><Relationship Id="rId11" Type="http://schemas.microsoft.com/office/2007/relationships/hdphoto" Target="../media/hdphoto1.wdp"/><Relationship Id="rId5" Type="http://schemas.openxmlformats.org/officeDocument/2006/relationships/image" Target="../media/image4.png"/><Relationship Id="rId15" Type="http://schemas.openxmlformats.org/officeDocument/2006/relationships/chart" Target="../charts/chart1.xml"/><Relationship Id="rId10" Type="http://schemas.openxmlformats.org/officeDocument/2006/relationships/image" Target="../media/image9.png"/><Relationship Id="rId19"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CCCCFF"/>
            </a:gs>
            <a:gs pos="98000">
              <a:srgbClr val="D6D2FC"/>
            </a:gs>
            <a:gs pos="0">
              <a:srgbClr val="FFFFFF"/>
            </a:gs>
          </a:gsLst>
          <a:lin ang="16200000" scaled="1"/>
        </a:gradFill>
        <a:effectLst/>
      </p:bgPr>
    </p:bg>
    <p:spTree>
      <p:nvGrpSpPr>
        <p:cNvPr id="1" name="Shape 105"/>
        <p:cNvGrpSpPr/>
        <p:nvPr/>
      </p:nvGrpSpPr>
      <p:grpSpPr>
        <a:xfrm>
          <a:off x="0" y="0"/>
          <a:ext cx="0" cy="0"/>
          <a:chOff x="0" y="0"/>
          <a:chExt cx="0" cy="0"/>
        </a:xfrm>
      </p:grpSpPr>
      <p:pic>
        <p:nvPicPr>
          <p:cNvPr id="12" name="Imagen 11" descr="Un dibujo de un perro&#10;&#10;Descripción generada automáticamente con confianza media">
            <a:extLst>
              <a:ext uri="{FF2B5EF4-FFF2-40B4-BE49-F238E27FC236}">
                <a16:creationId xmlns:a16="http://schemas.microsoft.com/office/drawing/2014/main" id="{DCAEE271-1655-A433-FAEE-9DD4CB242289}"/>
              </a:ext>
            </a:extLst>
          </p:cNvPr>
          <p:cNvPicPr>
            <a:picLocks noChangeAspect="1"/>
          </p:cNvPicPr>
          <p:nvPr/>
        </p:nvPicPr>
        <p:blipFill rotWithShape="1">
          <a:blip r:embed="rId3">
            <a:alphaModFix amt="10000"/>
          </a:blip>
          <a:srcRect l="59133" t="-388"/>
          <a:stretch/>
        </p:blipFill>
        <p:spPr>
          <a:xfrm>
            <a:off x="-127432" y="6529701"/>
            <a:ext cx="25520693" cy="26258583"/>
          </a:xfrm>
          <a:prstGeom prst="rect">
            <a:avLst/>
          </a:prstGeom>
        </p:spPr>
      </p:pic>
      <p:sp>
        <p:nvSpPr>
          <p:cNvPr id="107" name="Google Shape;107;p1"/>
          <p:cNvSpPr txBox="1">
            <a:spLocks noGrp="1"/>
          </p:cNvSpPr>
          <p:nvPr>
            <p:ph type="title" idx="4294967295"/>
          </p:nvPr>
        </p:nvSpPr>
        <p:spPr>
          <a:xfrm>
            <a:off x="1571466" y="1113670"/>
            <a:ext cx="21491985" cy="2158591"/>
          </a:xfrm>
          <a:prstGeom prst="rect">
            <a:avLst/>
          </a:prstGeom>
          <a:noFill/>
          <a:ln>
            <a:noFill/>
          </a:ln>
        </p:spPr>
        <p:txBody>
          <a:bodyPr spcFirstLastPara="1" wrap="square" lIns="71650" tIns="35825" rIns="71650" bIns="35825" anchor="b" anchorCtr="0">
            <a:noAutofit/>
          </a:bodyPr>
          <a:lstStyle/>
          <a:p>
            <a:pPr marL="0" lvl="0" indent="0" algn="ctr" rtl="0">
              <a:lnSpc>
                <a:spcPct val="107000"/>
              </a:lnSpc>
              <a:spcBef>
                <a:spcPts val="0"/>
              </a:spcBef>
              <a:spcAft>
                <a:spcPts val="0"/>
              </a:spcAft>
              <a:buClr>
                <a:srgbClr val="5E2C16"/>
              </a:buClr>
              <a:buSzPct val="100000"/>
              <a:buFont typeface="Candara"/>
              <a:buNone/>
            </a:pPr>
            <a:r>
              <a:rPr lang="es-ES" sz="4800" b="1" dirty="0">
                <a:solidFill>
                  <a:srgbClr val="002060"/>
                </a:solidFill>
                <a:effectLst/>
                <a:latin typeface="Verdana" panose="020B0604030504040204" pitchFamily="34" charset="0"/>
                <a:ea typeface="Verdana" panose="020B0604030504040204" pitchFamily="34" charset="0"/>
                <a:cs typeface="Times New Roman" panose="02020603050405020304" pitchFamily="18" charset="0"/>
              </a:rPr>
              <a:t>Avances en la evidencia del tratamiento rehabilitador del suelo pélvico en mujeres mayores con incontinencia urinaria: </a:t>
            </a:r>
            <a:br>
              <a:rPr lang="es-ES" sz="4800" b="1" dirty="0">
                <a:solidFill>
                  <a:srgbClr val="002060"/>
                </a:solidFill>
                <a:effectLst/>
                <a:latin typeface="Verdana" panose="020B0604030504040204" pitchFamily="34" charset="0"/>
                <a:ea typeface="Verdana" panose="020B0604030504040204" pitchFamily="34" charset="0"/>
                <a:cs typeface="Times New Roman" panose="02020603050405020304" pitchFamily="18" charset="0"/>
              </a:rPr>
            </a:br>
            <a:r>
              <a:rPr lang="es-ES" sz="4800" b="1" dirty="0">
                <a:solidFill>
                  <a:srgbClr val="002060"/>
                </a:solidFill>
                <a:effectLst/>
                <a:latin typeface="Verdana" panose="020B0604030504040204" pitchFamily="34" charset="0"/>
                <a:ea typeface="Verdana" panose="020B0604030504040204" pitchFamily="34" charset="0"/>
                <a:cs typeface="Times New Roman" panose="02020603050405020304" pitchFamily="18" charset="0"/>
              </a:rPr>
              <a:t>Una revisión sistemática de la literatura. </a:t>
            </a:r>
            <a:endParaRPr lang="es-ES" sz="4800" b="1" dirty="0">
              <a:solidFill>
                <a:srgbClr val="002060"/>
              </a:solidFill>
              <a:latin typeface="Verdana" panose="020B0604030504040204" pitchFamily="34" charset="0"/>
              <a:ea typeface="Verdana" panose="020B0604030504040204" pitchFamily="34" charset="0"/>
            </a:endParaRPr>
          </a:p>
        </p:txBody>
      </p:sp>
      <p:sp>
        <p:nvSpPr>
          <p:cNvPr id="109" name="Google Shape;109;p1"/>
          <p:cNvSpPr txBox="1"/>
          <p:nvPr/>
        </p:nvSpPr>
        <p:spPr>
          <a:xfrm>
            <a:off x="2104968" y="5055591"/>
            <a:ext cx="10500095" cy="626348"/>
          </a:xfrm>
          <a:prstGeom prst="rect">
            <a:avLst/>
          </a:prstGeom>
          <a:noFill/>
          <a:ln>
            <a:noFill/>
          </a:ln>
        </p:spPr>
        <p:txBody>
          <a:bodyPr spcFirstLastPara="1" wrap="square" lIns="71650" tIns="35825" rIns="71650" bIns="35825" anchor="t" anchorCtr="0">
            <a:spAutoFit/>
          </a:bodyPr>
          <a:lstStyle/>
          <a:p>
            <a:pPr marL="0" marR="0" lvl="0" indent="0" algn="l" rtl="0">
              <a:spcBef>
                <a:spcPts val="0"/>
              </a:spcBef>
              <a:spcAft>
                <a:spcPts val="0"/>
              </a:spcAft>
              <a:buNone/>
            </a:pPr>
            <a:r>
              <a:rPr lang="es-ES" sz="3600" b="1" i="0" u="none" strike="noStrike" cap="none" dirty="0">
                <a:solidFill>
                  <a:srgbClr val="002060"/>
                </a:solidFill>
                <a:latin typeface="Verdana" panose="020B0604030504040204" pitchFamily="34" charset="0"/>
                <a:ea typeface="Verdana" panose="020B0604030504040204" pitchFamily="34" charset="0"/>
                <a:cs typeface="Candara"/>
                <a:sym typeface="Candara"/>
              </a:rPr>
              <a:t>1. INTRODUCCIÓN Y OBJETIVO</a:t>
            </a:r>
            <a:endParaRPr sz="3600" dirty="0">
              <a:solidFill>
                <a:srgbClr val="002060"/>
              </a:solidFill>
              <a:latin typeface="Verdana" panose="020B0604030504040204" pitchFamily="34" charset="0"/>
              <a:ea typeface="Verdana" panose="020B0604030504040204" pitchFamily="34" charset="0"/>
            </a:endParaRPr>
          </a:p>
        </p:txBody>
      </p:sp>
      <p:sp>
        <p:nvSpPr>
          <p:cNvPr id="110" name="Google Shape;110;p1"/>
          <p:cNvSpPr txBox="1"/>
          <p:nvPr/>
        </p:nvSpPr>
        <p:spPr>
          <a:xfrm>
            <a:off x="13631467" y="7055073"/>
            <a:ext cx="10154696" cy="626348"/>
          </a:xfrm>
          <a:prstGeom prst="rect">
            <a:avLst/>
          </a:prstGeom>
          <a:noFill/>
          <a:ln>
            <a:noFill/>
          </a:ln>
        </p:spPr>
        <p:txBody>
          <a:bodyPr spcFirstLastPara="1" wrap="square" lIns="71650" tIns="35825" rIns="71650" bIns="35825" anchor="t" anchorCtr="0">
            <a:spAutoFit/>
          </a:bodyPr>
          <a:lstStyle/>
          <a:p>
            <a:pPr marL="0" marR="0" lvl="0" indent="0" algn="l" rtl="0">
              <a:spcBef>
                <a:spcPts val="0"/>
              </a:spcBef>
              <a:spcAft>
                <a:spcPts val="0"/>
              </a:spcAft>
              <a:buNone/>
            </a:pPr>
            <a:r>
              <a:rPr lang="es-ES" sz="3600" b="1" dirty="0">
                <a:solidFill>
                  <a:srgbClr val="002060"/>
                </a:solidFill>
                <a:latin typeface="Verdana" panose="020B0604030504040204" pitchFamily="34" charset="0"/>
                <a:ea typeface="Verdana" panose="020B0604030504040204" pitchFamily="34" charset="0"/>
                <a:cs typeface="Candara"/>
                <a:sym typeface="Candara"/>
              </a:rPr>
              <a:t>2. MATERIAL Y MÉTODOS</a:t>
            </a:r>
            <a:endParaRPr sz="3600" dirty="0">
              <a:solidFill>
                <a:srgbClr val="002060"/>
              </a:solidFill>
              <a:latin typeface="Verdana" panose="020B0604030504040204" pitchFamily="34" charset="0"/>
              <a:ea typeface="Verdana" panose="020B0604030504040204" pitchFamily="34" charset="0"/>
            </a:endParaRPr>
          </a:p>
        </p:txBody>
      </p:sp>
      <p:sp>
        <p:nvSpPr>
          <p:cNvPr id="117" name="Google Shape;117;p1"/>
          <p:cNvSpPr/>
          <p:nvPr/>
        </p:nvSpPr>
        <p:spPr>
          <a:xfrm>
            <a:off x="0" y="32455509"/>
            <a:ext cx="25200000" cy="4312500"/>
          </a:xfrm>
          <a:prstGeom prst="rect">
            <a:avLst/>
          </a:prstGeom>
          <a:solidFill>
            <a:schemeClr val="lt1"/>
          </a:solidFill>
          <a:ln>
            <a:noFill/>
          </a:ln>
        </p:spPr>
        <p:txBody>
          <a:bodyPr spcFirstLastPara="1" wrap="square" lIns="71650" tIns="35825" rIns="71650" bIns="35825" anchor="ctr" anchorCtr="0">
            <a:noAutofit/>
          </a:bodyPr>
          <a:lstStyle/>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p:txBody>
      </p:sp>
      <p:cxnSp>
        <p:nvCxnSpPr>
          <p:cNvPr id="120" name="Google Shape;120;p1"/>
          <p:cNvCxnSpPr>
            <a:cxnSpLocks/>
          </p:cNvCxnSpPr>
          <p:nvPr/>
        </p:nvCxnSpPr>
        <p:spPr>
          <a:xfrm>
            <a:off x="1662893" y="5973598"/>
            <a:ext cx="10387865" cy="0"/>
          </a:xfrm>
          <a:prstGeom prst="straightConnector1">
            <a:avLst/>
          </a:prstGeom>
          <a:noFill/>
          <a:ln w="12700" cap="flat" cmpd="sng">
            <a:solidFill>
              <a:srgbClr val="7030A0"/>
            </a:solidFill>
            <a:prstDash val="solid"/>
            <a:round/>
            <a:headEnd type="none" w="sm" len="sm"/>
            <a:tailEnd type="none" w="sm" len="sm"/>
          </a:ln>
        </p:spPr>
      </p:cxnSp>
      <p:sp>
        <p:nvSpPr>
          <p:cNvPr id="129" name="Google Shape;129;p1"/>
          <p:cNvSpPr/>
          <p:nvPr/>
        </p:nvSpPr>
        <p:spPr>
          <a:xfrm>
            <a:off x="-32162" y="32254698"/>
            <a:ext cx="25274216" cy="4704202"/>
          </a:xfrm>
          <a:prstGeom prst="rect">
            <a:avLst/>
          </a:prstGeom>
          <a:solidFill>
            <a:srgbClr val="FFFCE6"/>
          </a:solidFill>
          <a:ln>
            <a:noFill/>
          </a:ln>
        </p:spPr>
        <p:txBody>
          <a:bodyPr spcFirstLastPara="1" wrap="square" lIns="71650" tIns="35825" rIns="71650" bIns="35825" anchor="ctr" anchorCtr="0">
            <a:noAutofit/>
          </a:bodyPr>
          <a:lstStyle/>
          <a:p>
            <a:pPr marL="0" marR="0" lvl="0" indent="0" algn="ctr" rtl="0">
              <a:spcBef>
                <a:spcPts val="0"/>
              </a:spcBef>
              <a:spcAft>
                <a:spcPts val="0"/>
              </a:spcAft>
              <a:buNone/>
            </a:pPr>
            <a:endParaRPr sz="1400" dirty="0">
              <a:solidFill>
                <a:schemeClr val="dk1"/>
              </a:solidFill>
              <a:latin typeface="Calibri"/>
              <a:ea typeface="Calibri"/>
              <a:cs typeface="Calibri"/>
              <a:sym typeface="Calibri"/>
            </a:endParaRPr>
          </a:p>
        </p:txBody>
      </p:sp>
      <p:sp>
        <p:nvSpPr>
          <p:cNvPr id="134" name="Google Shape;134;p1"/>
          <p:cNvSpPr/>
          <p:nvPr/>
        </p:nvSpPr>
        <p:spPr>
          <a:xfrm>
            <a:off x="1571466" y="3620713"/>
            <a:ext cx="22107755" cy="746472"/>
          </a:xfrm>
          <a:prstGeom prst="round1Rect">
            <a:avLst>
              <a:gd name="adj" fmla="val 16667"/>
            </a:avLst>
          </a:prstGeom>
          <a:noFill/>
          <a:ln>
            <a:noFill/>
          </a:ln>
        </p:spPr>
        <p:txBody>
          <a:bodyPr spcFirstLastPara="1" wrap="square" lIns="71650" tIns="35825" rIns="71650" bIns="35825" anchor="t" anchorCtr="0">
            <a:noAutofit/>
          </a:bodyPr>
          <a:lstStyle/>
          <a:p>
            <a:pPr marL="254000" marR="0" lvl="0" indent="-266700" algn="ctr" rtl="0">
              <a:lnSpc>
                <a:spcPct val="90000"/>
              </a:lnSpc>
              <a:spcBef>
                <a:spcPts val="0"/>
              </a:spcBef>
              <a:spcAft>
                <a:spcPts val="0"/>
              </a:spcAft>
              <a:buClr>
                <a:schemeClr val="accent1"/>
              </a:buClr>
              <a:buSzPts val="4200"/>
              <a:buFont typeface="Calibri"/>
              <a:buChar char=" "/>
            </a:pPr>
            <a:r>
              <a:rPr lang="es-ES" sz="3600" b="1" u="none" dirty="0">
                <a:solidFill>
                  <a:schemeClr val="tx1">
                    <a:lumMod val="65000"/>
                    <a:lumOff val="35000"/>
                  </a:schemeClr>
                </a:solidFill>
                <a:latin typeface="Verdana" panose="020B0604030504040204" pitchFamily="34" charset="0"/>
                <a:ea typeface="Verdana" panose="020B0604030504040204" pitchFamily="34" charset="0"/>
                <a:cs typeface="Candara"/>
                <a:sym typeface="Candara"/>
              </a:rPr>
              <a:t>Lázaro-Navas, Irene; </a:t>
            </a:r>
            <a:r>
              <a:rPr lang="es-ES" sz="3600" b="1" dirty="0">
                <a:solidFill>
                  <a:schemeClr val="tx1">
                    <a:lumMod val="65000"/>
                    <a:lumOff val="35000"/>
                  </a:schemeClr>
                </a:solidFill>
                <a:latin typeface="Verdana" panose="020B0604030504040204" pitchFamily="34" charset="0"/>
                <a:ea typeface="Verdana" panose="020B0604030504040204" pitchFamily="34" charset="0"/>
                <a:cs typeface="Candara"/>
                <a:sym typeface="Candara"/>
              </a:rPr>
              <a:t>Sanz-</a:t>
            </a:r>
            <a:r>
              <a:rPr lang="es-ES" sz="3600" b="1" dirty="0" err="1">
                <a:solidFill>
                  <a:schemeClr val="tx1">
                    <a:lumMod val="65000"/>
                    <a:lumOff val="35000"/>
                  </a:schemeClr>
                </a:solidFill>
                <a:latin typeface="Verdana" panose="020B0604030504040204" pitchFamily="34" charset="0"/>
                <a:ea typeface="Verdana" panose="020B0604030504040204" pitchFamily="34" charset="0"/>
                <a:cs typeface="Candara"/>
                <a:sym typeface="Candara"/>
              </a:rPr>
              <a:t>Seligrat</a:t>
            </a:r>
            <a:r>
              <a:rPr lang="es-ES" sz="3600" b="1" dirty="0">
                <a:solidFill>
                  <a:schemeClr val="tx1">
                    <a:lumMod val="65000"/>
                    <a:lumOff val="35000"/>
                  </a:schemeClr>
                </a:solidFill>
                <a:latin typeface="Verdana" panose="020B0604030504040204" pitchFamily="34" charset="0"/>
                <a:ea typeface="Verdana" panose="020B0604030504040204" pitchFamily="34" charset="0"/>
                <a:cs typeface="Candara"/>
                <a:sym typeface="Candara"/>
              </a:rPr>
              <a:t>, Sonsoles; Valcárcel-Linares David; Cervera-Cano, María; </a:t>
            </a:r>
            <a:r>
              <a:rPr lang="es-ES" sz="3600" b="1" u="none" dirty="0">
                <a:solidFill>
                  <a:schemeClr val="tx1">
                    <a:lumMod val="65000"/>
                    <a:lumOff val="35000"/>
                  </a:schemeClr>
                </a:solidFill>
                <a:latin typeface="Verdana" panose="020B0604030504040204" pitchFamily="34" charset="0"/>
                <a:ea typeface="Verdana" panose="020B0604030504040204" pitchFamily="34" charset="0"/>
                <a:cs typeface="Candara"/>
                <a:sym typeface="Candara"/>
              </a:rPr>
              <a:t>López-González, Luis</a:t>
            </a:r>
          </a:p>
          <a:p>
            <a:pPr marL="254000" marR="0" lvl="0" indent="-266700" algn="ctr" rtl="0">
              <a:lnSpc>
                <a:spcPct val="90000"/>
              </a:lnSpc>
              <a:spcBef>
                <a:spcPts val="0"/>
              </a:spcBef>
              <a:spcAft>
                <a:spcPts val="0"/>
              </a:spcAft>
              <a:buClr>
                <a:schemeClr val="accent1"/>
              </a:buClr>
              <a:buSzPts val="4200"/>
              <a:buFont typeface="Calibri"/>
              <a:buChar char=" "/>
            </a:pPr>
            <a:endParaRPr sz="4200" b="0" u="none" dirty="0">
              <a:solidFill>
                <a:schemeClr val="tx1">
                  <a:lumMod val="65000"/>
                  <a:lumOff val="35000"/>
                </a:schemeClr>
              </a:solidFill>
              <a:latin typeface="Calibri"/>
              <a:ea typeface="Calibri"/>
              <a:cs typeface="Calibri"/>
              <a:sym typeface="Calibri"/>
            </a:endParaRPr>
          </a:p>
        </p:txBody>
      </p:sp>
      <p:sp>
        <p:nvSpPr>
          <p:cNvPr id="56" name="Google Shape;127;p1">
            <a:extLst>
              <a:ext uri="{FF2B5EF4-FFF2-40B4-BE49-F238E27FC236}">
                <a16:creationId xmlns:a16="http://schemas.microsoft.com/office/drawing/2014/main" id="{EAB931EE-3D22-CE71-E18C-C86D041646A2}"/>
              </a:ext>
            </a:extLst>
          </p:cNvPr>
          <p:cNvSpPr txBox="1"/>
          <p:nvPr/>
        </p:nvSpPr>
        <p:spPr>
          <a:xfrm>
            <a:off x="644050" y="30975810"/>
            <a:ext cx="11223690" cy="534015"/>
          </a:xfrm>
          <a:prstGeom prst="rect">
            <a:avLst/>
          </a:prstGeom>
          <a:noFill/>
          <a:ln>
            <a:noFill/>
          </a:ln>
        </p:spPr>
        <p:txBody>
          <a:bodyPr spcFirstLastPara="1" wrap="square" lIns="71650" tIns="35825" rIns="71650" bIns="35825" anchor="t" anchorCtr="0">
            <a:spAutoFit/>
          </a:bodyPr>
          <a:lstStyle/>
          <a:p>
            <a:pPr marL="0" marR="0" lvl="0" indent="0" algn="l" rtl="0">
              <a:spcBef>
                <a:spcPts val="0"/>
              </a:spcBef>
              <a:spcAft>
                <a:spcPts val="0"/>
              </a:spcAft>
              <a:buNone/>
            </a:pPr>
            <a:r>
              <a:rPr lang="es-ES" sz="3000" b="1" dirty="0">
                <a:solidFill>
                  <a:srgbClr val="002060"/>
                </a:solidFill>
                <a:latin typeface="Verdana" panose="020B0604030504040204" pitchFamily="34" charset="0"/>
                <a:ea typeface="Verdana" panose="020B0604030504040204" pitchFamily="34" charset="0"/>
                <a:cs typeface="Candara"/>
                <a:sym typeface="Candara"/>
              </a:rPr>
              <a:t>REFERENCIAS</a:t>
            </a:r>
            <a:endParaRPr sz="3000" dirty="0">
              <a:solidFill>
                <a:srgbClr val="002060"/>
              </a:solidFill>
              <a:latin typeface="Verdana" panose="020B0604030504040204" pitchFamily="34" charset="0"/>
              <a:ea typeface="Verdana" panose="020B0604030504040204" pitchFamily="34" charset="0"/>
            </a:endParaRPr>
          </a:p>
        </p:txBody>
      </p:sp>
      <p:cxnSp>
        <p:nvCxnSpPr>
          <p:cNvPr id="39" name="Google Shape;121;p1">
            <a:extLst>
              <a:ext uri="{FF2B5EF4-FFF2-40B4-BE49-F238E27FC236}">
                <a16:creationId xmlns:a16="http://schemas.microsoft.com/office/drawing/2014/main" id="{02730328-E57A-88A2-0A74-E146B16237C9}"/>
              </a:ext>
            </a:extLst>
          </p:cNvPr>
          <p:cNvCxnSpPr>
            <a:cxnSpLocks/>
          </p:cNvCxnSpPr>
          <p:nvPr/>
        </p:nvCxnSpPr>
        <p:spPr>
          <a:xfrm flipV="1">
            <a:off x="13239877" y="7814361"/>
            <a:ext cx="11026034" cy="1"/>
          </a:xfrm>
          <a:prstGeom prst="straightConnector1">
            <a:avLst/>
          </a:prstGeom>
          <a:noFill/>
          <a:ln w="12700" cap="flat" cmpd="sng">
            <a:solidFill>
              <a:srgbClr val="7030A0"/>
            </a:solidFill>
            <a:prstDash val="solid"/>
            <a:round/>
            <a:headEnd type="none" w="sm" len="sm"/>
            <a:tailEnd type="none" w="sm" len="sm"/>
          </a:ln>
        </p:spPr>
      </p:cxnSp>
      <p:cxnSp>
        <p:nvCxnSpPr>
          <p:cNvPr id="41" name="Google Shape;121;p1">
            <a:extLst>
              <a:ext uri="{FF2B5EF4-FFF2-40B4-BE49-F238E27FC236}">
                <a16:creationId xmlns:a16="http://schemas.microsoft.com/office/drawing/2014/main" id="{08041BF9-3827-E6C5-A5CA-C1E369283D07}"/>
              </a:ext>
            </a:extLst>
          </p:cNvPr>
          <p:cNvCxnSpPr>
            <a:cxnSpLocks/>
          </p:cNvCxnSpPr>
          <p:nvPr/>
        </p:nvCxnSpPr>
        <p:spPr>
          <a:xfrm>
            <a:off x="1815293" y="17169715"/>
            <a:ext cx="10508742" cy="33124"/>
          </a:xfrm>
          <a:prstGeom prst="straightConnector1">
            <a:avLst/>
          </a:prstGeom>
          <a:noFill/>
          <a:ln w="12700" cap="flat" cmpd="sng">
            <a:solidFill>
              <a:srgbClr val="7030A0"/>
            </a:solidFill>
            <a:prstDash val="solid"/>
            <a:round/>
            <a:headEnd type="none" w="sm" len="sm"/>
            <a:tailEnd type="none" w="sm" len="sm"/>
          </a:ln>
        </p:spPr>
      </p:cxnSp>
      <p:sp>
        <p:nvSpPr>
          <p:cNvPr id="46" name="Google Shape;127;p1">
            <a:extLst>
              <a:ext uri="{FF2B5EF4-FFF2-40B4-BE49-F238E27FC236}">
                <a16:creationId xmlns:a16="http://schemas.microsoft.com/office/drawing/2014/main" id="{9A23647B-7AFD-73F8-3318-87463D2F3CB6}"/>
              </a:ext>
            </a:extLst>
          </p:cNvPr>
          <p:cNvSpPr txBox="1"/>
          <p:nvPr/>
        </p:nvSpPr>
        <p:spPr>
          <a:xfrm>
            <a:off x="11269774" y="31110888"/>
            <a:ext cx="3021241" cy="534015"/>
          </a:xfrm>
          <a:prstGeom prst="rect">
            <a:avLst/>
          </a:prstGeom>
          <a:noFill/>
          <a:ln>
            <a:noFill/>
          </a:ln>
        </p:spPr>
        <p:txBody>
          <a:bodyPr spcFirstLastPara="1" wrap="square" lIns="71650" tIns="35825" rIns="71650" bIns="35825" anchor="t" anchorCtr="0">
            <a:spAutoFit/>
          </a:bodyPr>
          <a:lstStyle/>
          <a:p>
            <a:pPr marL="0" marR="0" lvl="0" indent="0" algn="just" rtl="0">
              <a:spcBef>
                <a:spcPts val="0"/>
              </a:spcBef>
              <a:spcAft>
                <a:spcPts val="0"/>
              </a:spcAft>
              <a:buNone/>
            </a:pPr>
            <a:r>
              <a:rPr lang="es-ES" sz="3000" b="1" dirty="0">
                <a:solidFill>
                  <a:srgbClr val="002060"/>
                </a:solidFill>
                <a:latin typeface="Verdana" panose="020B0604030504040204" pitchFamily="34" charset="0"/>
                <a:ea typeface="Verdana" panose="020B0604030504040204" pitchFamily="34" charset="0"/>
                <a:cs typeface="Candara"/>
                <a:sym typeface="Candara"/>
              </a:rPr>
              <a:t>CONTACTO</a:t>
            </a:r>
            <a:endParaRPr lang="es-ES" sz="3000" dirty="0">
              <a:solidFill>
                <a:srgbClr val="002060"/>
              </a:solidFill>
              <a:latin typeface="Verdana" panose="020B0604030504040204" pitchFamily="34" charset="0"/>
              <a:ea typeface="Verdana" panose="020B0604030504040204" pitchFamily="34" charset="0"/>
            </a:endParaRPr>
          </a:p>
        </p:txBody>
      </p:sp>
      <p:cxnSp>
        <p:nvCxnSpPr>
          <p:cNvPr id="47" name="Google Shape;121;p1">
            <a:extLst>
              <a:ext uri="{FF2B5EF4-FFF2-40B4-BE49-F238E27FC236}">
                <a16:creationId xmlns:a16="http://schemas.microsoft.com/office/drawing/2014/main" id="{71584192-51D7-3DE5-7E90-A99529918513}"/>
              </a:ext>
            </a:extLst>
          </p:cNvPr>
          <p:cNvCxnSpPr>
            <a:cxnSpLocks/>
          </p:cNvCxnSpPr>
          <p:nvPr/>
        </p:nvCxnSpPr>
        <p:spPr>
          <a:xfrm>
            <a:off x="11315765" y="31856613"/>
            <a:ext cx="2520000" cy="0"/>
          </a:xfrm>
          <a:prstGeom prst="straightConnector1">
            <a:avLst/>
          </a:prstGeom>
          <a:noFill/>
          <a:ln w="12700" cap="flat" cmpd="sng">
            <a:solidFill>
              <a:srgbClr val="7030A0"/>
            </a:solidFill>
            <a:prstDash val="solid"/>
            <a:round/>
            <a:headEnd type="none" w="sm" len="sm"/>
            <a:tailEnd type="none" w="sm" len="sm"/>
          </a:ln>
        </p:spPr>
      </p:cxnSp>
      <p:pic>
        <p:nvPicPr>
          <p:cNvPr id="1030" name="Picture 6" descr="Colegio de Fisioterapeutas de la Comunidad de Madrid">
            <a:extLst>
              <a:ext uri="{FF2B5EF4-FFF2-40B4-BE49-F238E27FC236}">
                <a16:creationId xmlns:a16="http://schemas.microsoft.com/office/drawing/2014/main" id="{7DB5E08D-5DBF-6F4B-FD0A-703754BEBB2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8268" y="32457073"/>
            <a:ext cx="7656019" cy="1831762"/>
          </a:xfrm>
          <a:prstGeom prst="rect">
            <a:avLst/>
          </a:prstGeom>
          <a:noFill/>
          <a:extLst>
            <a:ext uri="{909E8E84-426E-40DD-AFC4-6F175D3DCCD1}">
              <a14:hiddenFill xmlns:a14="http://schemas.microsoft.com/office/drawing/2010/main">
                <a:solidFill>
                  <a:srgbClr val="FFFFFF"/>
                </a:solidFill>
              </a14:hiddenFill>
            </a:ext>
          </a:extLst>
        </p:spPr>
      </p:pic>
      <p:pic>
        <p:nvPicPr>
          <p:cNvPr id="15" name="Imagen 14">
            <a:extLst>
              <a:ext uri="{FF2B5EF4-FFF2-40B4-BE49-F238E27FC236}">
                <a16:creationId xmlns:a16="http://schemas.microsoft.com/office/drawing/2014/main" id="{7A4AADFD-1DC4-42FF-F9FB-7B2C9A23E9E1}"/>
              </a:ext>
            </a:extLst>
          </p:cNvPr>
          <p:cNvPicPr>
            <a:picLocks noChangeAspect="1"/>
          </p:cNvPicPr>
          <p:nvPr/>
        </p:nvPicPr>
        <p:blipFill>
          <a:blip r:embed="rId5">
            <a:alphaModFix amt="50000"/>
          </a:blip>
          <a:stretch>
            <a:fillRect/>
          </a:stretch>
        </p:blipFill>
        <p:spPr>
          <a:xfrm flipH="1">
            <a:off x="20040599" y="32223297"/>
            <a:ext cx="5119935" cy="4166755"/>
          </a:xfrm>
          <a:prstGeom prst="rect">
            <a:avLst/>
          </a:prstGeom>
        </p:spPr>
      </p:pic>
      <p:sp>
        <p:nvSpPr>
          <p:cNvPr id="16" name="Google Shape;127;p1">
            <a:extLst>
              <a:ext uri="{FF2B5EF4-FFF2-40B4-BE49-F238E27FC236}">
                <a16:creationId xmlns:a16="http://schemas.microsoft.com/office/drawing/2014/main" id="{FC16EA3C-3089-6667-2C37-529C504B484E}"/>
              </a:ext>
            </a:extLst>
          </p:cNvPr>
          <p:cNvSpPr txBox="1"/>
          <p:nvPr/>
        </p:nvSpPr>
        <p:spPr>
          <a:xfrm>
            <a:off x="9404014" y="32537269"/>
            <a:ext cx="10259239" cy="1426567"/>
          </a:xfrm>
          <a:prstGeom prst="rect">
            <a:avLst/>
          </a:prstGeom>
          <a:noFill/>
          <a:ln>
            <a:noFill/>
          </a:ln>
        </p:spPr>
        <p:txBody>
          <a:bodyPr spcFirstLastPara="1" wrap="square" lIns="71650" tIns="35825" rIns="71650" bIns="35825" anchor="t" anchorCtr="0">
            <a:spAutoFit/>
          </a:bodyPr>
          <a:lstStyle/>
          <a:p>
            <a:pPr marL="0" marR="0" lvl="0" indent="0" algn="just" rtl="0">
              <a:spcBef>
                <a:spcPts val="0"/>
              </a:spcBef>
              <a:spcAft>
                <a:spcPts val="0"/>
              </a:spcAft>
              <a:buNone/>
            </a:pPr>
            <a:r>
              <a:rPr lang="es-ES" sz="4400" b="1" dirty="0">
                <a:solidFill>
                  <a:srgbClr val="2F4488"/>
                </a:solidFill>
                <a:latin typeface="Candara"/>
                <a:ea typeface="Candara"/>
                <a:cs typeface="Candara"/>
                <a:sym typeface="Candara"/>
              </a:rPr>
              <a:t>Fisioterapia en la Continuidad Asistencial del Adulto Mayor: Nuevos Retos</a:t>
            </a:r>
            <a:r>
              <a:rPr lang="es-ES" sz="4200" b="1" dirty="0">
                <a:solidFill>
                  <a:srgbClr val="2F4488"/>
                </a:solidFill>
                <a:latin typeface="Candara"/>
                <a:ea typeface="Candara"/>
                <a:cs typeface="Candara"/>
                <a:sym typeface="Candara"/>
              </a:rPr>
              <a:t>. </a:t>
            </a:r>
            <a:endParaRPr lang="es-ES" sz="1100" dirty="0"/>
          </a:p>
        </p:txBody>
      </p:sp>
      <p:sp>
        <p:nvSpPr>
          <p:cNvPr id="23" name="CuadroTexto 22">
            <a:extLst>
              <a:ext uri="{FF2B5EF4-FFF2-40B4-BE49-F238E27FC236}">
                <a16:creationId xmlns:a16="http://schemas.microsoft.com/office/drawing/2014/main" id="{EA708C10-C9F9-1203-941F-C10275FD45D4}"/>
              </a:ext>
            </a:extLst>
          </p:cNvPr>
          <p:cNvSpPr txBox="1"/>
          <p:nvPr/>
        </p:nvSpPr>
        <p:spPr>
          <a:xfrm>
            <a:off x="1490539" y="6399556"/>
            <a:ext cx="10734568" cy="9351534"/>
          </a:xfrm>
          <a:prstGeom prst="rect">
            <a:avLst/>
          </a:prstGeom>
          <a:noFill/>
        </p:spPr>
        <p:txBody>
          <a:bodyPr wrap="square" rtlCol="0">
            <a:spAutoFit/>
          </a:bodyPr>
          <a:lstStyle/>
          <a:p>
            <a:pPr lvl="1" algn="just">
              <a:lnSpc>
                <a:spcPct val="107000"/>
              </a:lnSpc>
              <a:spcAft>
                <a:spcPts val="800"/>
              </a:spcAft>
            </a:pPr>
            <a:r>
              <a:rPr lang="es-ES" sz="2400" kern="100" dirty="0">
                <a:effectLst/>
                <a:latin typeface="Verdana" panose="020B0604030504040204" pitchFamily="34" charset="0"/>
                <a:ea typeface="Verdana" panose="020B0604030504040204" pitchFamily="34" charset="0"/>
                <a:cs typeface="Times New Roman" panose="02020603050405020304" pitchFamily="18" charset="0"/>
              </a:rPr>
              <a:t>La incontinencia urinaria (IU) es uno de los principales problemas en la población mayor, </a:t>
            </a:r>
            <a:r>
              <a:rPr lang="es-ES" sz="2400" kern="100" dirty="0">
                <a:latin typeface="Verdana" panose="020B0604030504040204" pitchFamily="34" charset="0"/>
                <a:ea typeface="Verdana" panose="020B0604030504040204" pitchFamily="34" charset="0"/>
                <a:cs typeface="Times New Roman" panose="02020603050405020304" pitchFamily="18" charset="0"/>
              </a:rPr>
              <a:t>con</a:t>
            </a:r>
            <a:r>
              <a:rPr lang="es-ES" sz="2400" kern="100" dirty="0">
                <a:effectLst/>
                <a:latin typeface="Verdana" panose="020B0604030504040204" pitchFamily="34" charset="0"/>
                <a:ea typeface="Verdana" panose="020B0604030504040204" pitchFamily="34" charset="0"/>
                <a:cs typeface="Times New Roman" panose="02020603050405020304" pitchFamily="18" charset="0"/>
              </a:rPr>
              <a:t> una prevalencia entre el 30-40% en mujeres mayores de 65 años que viven en su domicilio (1,2), y hasta el 50-90% en mujeres frágiles institucionalizadas (3). La IU plantea consecuencias físicas, psicosociales y emocionales, disminuyendo manera relevante la calidad de vida de los pacientes y de sus familias y generando un impacto considerable en la sociedad (2). Además, la IU también se identifica como un factor de riesgo para el desarrollo de fragilidad en el adulto mayor pues se asocia tanto a sufrir un mayor número de caídas y fracturas (ante la necesidad de ir al baño con frecuencia y/o presentar urgencia miccional y nicturia) como a depresión y aislamiento en personas de edad avanzada (2,4,5). </a:t>
            </a:r>
          </a:p>
          <a:p>
            <a:pPr lvl="1" algn="just">
              <a:lnSpc>
                <a:spcPct val="107000"/>
              </a:lnSpc>
              <a:spcAft>
                <a:spcPts val="800"/>
              </a:spcAft>
            </a:pPr>
            <a:r>
              <a:rPr lang="es-ES" sz="2400" kern="100" dirty="0">
                <a:effectLst/>
                <a:latin typeface="Verdana" panose="020B0604030504040204" pitchFamily="34" charset="0"/>
                <a:ea typeface="Verdana" panose="020B0604030504040204" pitchFamily="34" charset="0"/>
                <a:cs typeface="Times New Roman" panose="02020603050405020304" pitchFamily="18" charset="0"/>
              </a:rPr>
              <a:t>Se ha demostrado que con el envejecimiento se produce una denervación y cambios en el número, tipo y tamaño de las fibras de la musculatura estriada del suelo pélvico (SP). Asimismo, se ha observado que en mujeres existe una relación entre síntomas graves a nivel urinario con pérdidas de equilibrio y fuerza de prensión manual (6). </a:t>
            </a:r>
          </a:p>
          <a:p>
            <a:pPr lvl="1" algn="just">
              <a:lnSpc>
                <a:spcPct val="107000"/>
              </a:lnSpc>
              <a:spcAft>
                <a:spcPts val="800"/>
              </a:spcAft>
            </a:pPr>
            <a:r>
              <a:rPr lang="es-ES" sz="2400" dirty="0">
                <a:effectLst/>
                <a:latin typeface="Verdana" panose="020B0604030504040204" pitchFamily="34" charset="0"/>
                <a:ea typeface="Verdana" panose="020B0604030504040204" pitchFamily="34" charset="0"/>
                <a:cs typeface="Times New Roman" panose="02020603050405020304" pitchFamily="18" charset="0"/>
              </a:rPr>
              <a:t>L</a:t>
            </a:r>
            <a:r>
              <a:rPr lang="es-ES" sz="2400" dirty="0">
                <a:effectLst/>
                <a:latin typeface="Verdana" panose="020B0604030504040204" pitchFamily="34" charset="0"/>
                <a:ea typeface="Verdana" panose="020B0604030504040204" pitchFamily="34" charset="0"/>
              </a:rPr>
              <a:t>as primeras líneas de tratamiento conservador en el abordaje de la IU sugieren un abordaje multifactorial (7), basado en la implementación de medidas comportamentales, cambios en el estilo de vida y automanejo y el entrenamiento del SP (2,5,8-10). </a:t>
            </a:r>
            <a:endParaRPr lang="es-ES" sz="2400" dirty="0">
              <a:latin typeface="Verdana" panose="020B0604030504040204" pitchFamily="34" charset="0"/>
              <a:ea typeface="Verdana" panose="020B0604030504040204" pitchFamily="34" charset="0"/>
            </a:endParaRPr>
          </a:p>
        </p:txBody>
      </p:sp>
      <p:cxnSp>
        <p:nvCxnSpPr>
          <p:cNvPr id="28" name="Google Shape;121;p1">
            <a:extLst>
              <a:ext uri="{FF2B5EF4-FFF2-40B4-BE49-F238E27FC236}">
                <a16:creationId xmlns:a16="http://schemas.microsoft.com/office/drawing/2014/main" id="{B2D44152-4BA9-3432-5AE5-98B2E54AE638}"/>
              </a:ext>
            </a:extLst>
          </p:cNvPr>
          <p:cNvCxnSpPr>
            <a:cxnSpLocks/>
          </p:cNvCxnSpPr>
          <p:nvPr/>
        </p:nvCxnSpPr>
        <p:spPr>
          <a:xfrm>
            <a:off x="642570" y="31832674"/>
            <a:ext cx="3405815" cy="2534"/>
          </a:xfrm>
          <a:prstGeom prst="straightConnector1">
            <a:avLst/>
          </a:prstGeom>
          <a:noFill/>
          <a:ln w="12700" cap="flat" cmpd="sng">
            <a:solidFill>
              <a:srgbClr val="7030A0"/>
            </a:solidFill>
            <a:prstDash val="solid"/>
            <a:round/>
            <a:headEnd type="none" w="sm" len="sm"/>
            <a:tailEnd type="none" w="sm" len="sm"/>
          </a:ln>
        </p:spPr>
      </p:cxnSp>
      <p:sp>
        <p:nvSpPr>
          <p:cNvPr id="10" name="Google Shape;127;p1">
            <a:extLst>
              <a:ext uri="{FF2B5EF4-FFF2-40B4-BE49-F238E27FC236}">
                <a16:creationId xmlns:a16="http://schemas.microsoft.com/office/drawing/2014/main" id="{95A03C00-86C3-E6CE-2F65-B71D319496FB}"/>
              </a:ext>
            </a:extLst>
          </p:cNvPr>
          <p:cNvSpPr txBox="1"/>
          <p:nvPr/>
        </p:nvSpPr>
        <p:spPr>
          <a:xfrm>
            <a:off x="10564924" y="24973042"/>
            <a:ext cx="10622834" cy="626348"/>
          </a:xfrm>
          <a:prstGeom prst="rect">
            <a:avLst/>
          </a:prstGeom>
          <a:noFill/>
          <a:ln>
            <a:noFill/>
          </a:ln>
        </p:spPr>
        <p:txBody>
          <a:bodyPr spcFirstLastPara="1" wrap="square" lIns="71650" tIns="35825" rIns="71650" bIns="35825" anchor="t" anchorCtr="0">
            <a:spAutoFit/>
          </a:bodyPr>
          <a:lstStyle/>
          <a:p>
            <a:pPr marL="0" marR="0" lvl="0" indent="0" algn="l" rtl="0">
              <a:spcBef>
                <a:spcPts val="0"/>
              </a:spcBef>
              <a:spcAft>
                <a:spcPts val="0"/>
              </a:spcAft>
              <a:buNone/>
            </a:pPr>
            <a:r>
              <a:rPr lang="es-ES" sz="3600" b="1" dirty="0">
                <a:solidFill>
                  <a:srgbClr val="002060"/>
                </a:solidFill>
                <a:latin typeface="Verdana" panose="020B0604030504040204" pitchFamily="34" charset="0"/>
                <a:ea typeface="Verdana" panose="020B0604030504040204" pitchFamily="34" charset="0"/>
                <a:cs typeface="Candara"/>
                <a:sym typeface="Candara"/>
              </a:rPr>
              <a:t>4. CONCLUSIONES</a:t>
            </a:r>
            <a:endParaRPr sz="3600" dirty="0">
              <a:solidFill>
                <a:srgbClr val="002060"/>
              </a:solidFill>
              <a:latin typeface="Verdana" panose="020B0604030504040204" pitchFamily="34" charset="0"/>
              <a:ea typeface="Verdana" panose="020B0604030504040204" pitchFamily="34" charset="0"/>
            </a:endParaRPr>
          </a:p>
        </p:txBody>
      </p:sp>
      <p:cxnSp>
        <p:nvCxnSpPr>
          <p:cNvPr id="11" name="Google Shape;121;p1">
            <a:extLst>
              <a:ext uri="{FF2B5EF4-FFF2-40B4-BE49-F238E27FC236}">
                <a16:creationId xmlns:a16="http://schemas.microsoft.com/office/drawing/2014/main" id="{A317D947-AA8E-265F-3E4A-AC11229DDF3D}"/>
              </a:ext>
            </a:extLst>
          </p:cNvPr>
          <p:cNvCxnSpPr>
            <a:cxnSpLocks/>
          </p:cNvCxnSpPr>
          <p:nvPr/>
        </p:nvCxnSpPr>
        <p:spPr>
          <a:xfrm>
            <a:off x="7803653" y="25713974"/>
            <a:ext cx="10500095" cy="0"/>
          </a:xfrm>
          <a:prstGeom prst="straightConnector1">
            <a:avLst/>
          </a:prstGeom>
          <a:noFill/>
          <a:ln w="12700" cap="flat" cmpd="sng">
            <a:solidFill>
              <a:srgbClr val="7030A0"/>
            </a:solidFill>
            <a:prstDash val="solid"/>
            <a:round/>
            <a:headEnd type="none" w="sm" len="sm"/>
            <a:tailEnd type="none" w="sm" len="sm"/>
          </a:ln>
        </p:spPr>
      </p:cxnSp>
      <p:sp>
        <p:nvSpPr>
          <p:cNvPr id="13" name="CuadroTexto 12">
            <a:extLst>
              <a:ext uri="{FF2B5EF4-FFF2-40B4-BE49-F238E27FC236}">
                <a16:creationId xmlns:a16="http://schemas.microsoft.com/office/drawing/2014/main" id="{BB30A8C0-AF02-5F6A-8F8F-CC8ED6E4887D}"/>
              </a:ext>
            </a:extLst>
          </p:cNvPr>
          <p:cNvSpPr txBox="1"/>
          <p:nvPr/>
        </p:nvSpPr>
        <p:spPr>
          <a:xfrm>
            <a:off x="768268" y="25938791"/>
            <a:ext cx="4896091" cy="4009111"/>
          </a:xfrm>
          <a:prstGeom prst="rect">
            <a:avLst/>
          </a:prstGeom>
          <a:noFill/>
        </p:spPr>
        <p:txBody>
          <a:bodyPr wrap="square" rtlCol="0">
            <a:spAutoFit/>
          </a:bodyPr>
          <a:lstStyle/>
          <a:p>
            <a:pPr algn="just">
              <a:lnSpc>
                <a:spcPct val="107000"/>
              </a:lnSpc>
              <a:spcAft>
                <a:spcPts val="800"/>
              </a:spcAft>
            </a:pPr>
            <a:r>
              <a:rPr lang="es-ES" sz="2400" kern="1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El perfil del paciente mayor con IU varía desde una mujer sana e independiente a una mujer frágil, que plantea la necesidad de </a:t>
            </a:r>
            <a:r>
              <a:rPr lang="es-ES" sz="2400" b="1" kern="1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aplicar una intervención </a:t>
            </a:r>
            <a:r>
              <a:rPr lang="es-ES" sz="2400" kern="1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de autocuidado personalizada que incluya múltiples componentes en su </a:t>
            </a:r>
            <a:r>
              <a:rPr lang="es-ES" sz="2400" b="1" kern="1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abordaje integral </a:t>
            </a:r>
            <a:r>
              <a:rPr lang="es-ES" sz="2400" kern="10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de la salud.</a:t>
            </a:r>
          </a:p>
        </p:txBody>
      </p:sp>
      <p:sp>
        <p:nvSpPr>
          <p:cNvPr id="14" name="CuadroTexto 13">
            <a:extLst>
              <a:ext uri="{FF2B5EF4-FFF2-40B4-BE49-F238E27FC236}">
                <a16:creationId xmlns:a16="http://schemas.microsoft.com/office/drawing/2014/main" id="{62D45601-58B1-5A26-DF6E-67616FD98AEF}"/>
              </a:ext>
            </a:extLst>
          </p:cNvPr>
          <p:cNvSpPr txBox="1"/>
          <p:nvPr/>
        </p:nvSpPr>
        <p:spPr>
          <a:xfrm>
            <a:off x="13133281" y="5156821"/>
            <a:ext cx="11238363" cy="1638077"/>
          </a:xfrm>
          <a:prstGeom prst="rect">
            <a:avLst/>
          </a:prstGeom>
          <a:solidFill>
            <a:srgbClr val="FFFFCC"/>
          </a:solidFill>
        </p:spPr>
        <p:style>
          <a:lnRef idx="2">
            <a:schemeClr val="dk1"/>
          </a:lnRef>
          <a:fillRef idx="1">
            <a:schemeClr val="lt1"/>
          </a:fillRef>
          <a:effectRef idx="0">
            <a:schemeClr val="dk1"/>
          </a:effectRef>
          <a:fontRef idx="minor">
            <a:schemeClr val="dk1"/>
          </a:fontRef>
        </p:style>
        <p:txBody>
          <a:bodyPr wrap="square" rtlCol="0">
            <a:spAutoFit/>
          </a:bodyPr>
          <a:lstStyle/>
          <a:p>
            <a:pPr lvl="1" algn="just">
              <a:lnSpc>
                <a:spcPct val="107000"/>
              </a:lnSpc>
              <a:spcAft>
                <a:spcPts val="800"/>
              </a:spcAft>
            </a:pPr>
            <a:r>
              <a:rPr lang="es-ES" sz="2400" b="1" kern="100" dirty="0">
                <a:effectLst/>
                <a:latin typeface="Verdana" panose="020B0604030504040204" pitchFamily="34" charset="0"/>
                <a:ea typeface="Verdana" panose="020B0604030504040204" pitchFamily="34" charset="0"/>
                <a:cs typeface="Times New Roman" panose="02020603050405020304" pitchFamily="18" charset="0"/>
              </a:rPr>
              <a:t>Objetivo:</a:t>
            </a:r>
            <a:r>
              <a:rPr lang="es-ES" sz="2400" kern="100" dirty="0">
                <a:effectLst/>
                <a:latin typeface="Verdana" panose="020B0604030504040204" pitchFamily="34" charset="0"/>
                <a:ea typeface="Verdana" panose="020B0604030504040204" pitchFamily="34" charset="0"/>
                <a:cs typeface="Times New Roman" panose="02020603050405020304" pitchFamily="18" charset="0"/>
              </a:rPr>
              <a:t> el objetivo de esta revisión sistemática es sintetizar la evidencia científica más actual en relación con la efectividad del tratamiento conservador multifactorial en pacientes mujeres mayores con IU en términos de calidad de vida general y capacidad miccional.</a:t>
            </a:r>
          </a:p>
        </p:txBody>
      </p:sp>
      <p:pic>
        <p:nvPicPr>
          <p:cNvPr id="17" name="Imagen 16" descr="Código QR&#10;&#10;Descripción generada automáticamente">
            <a:extLst>
              <a:ext uri="{FF2B5EF4-FFF2-40B4-BE49-F238E27FC236}">
                <a16:creationId xmlns:a16="http://schemas.microsoft.com/office/drawing/2014/main" id="{7F77DD02-3A74-367E-80C8-4692C685F4D4}"/>
              </a:ext>
            </a:extLst>
          </p:cNvPr>
          <p:cNvPicPr>
            <a:picLocks noChangeAspect="1"/>
          </p:cNvPicPr>
          <p:nvPr/>
        </p:nvPicPr>
        <p:blipFill rotWithShape="1">
          <a:blip r:embed="rId6"/>
          <a:srcRect l="14396" t="84554" r="15233" b="2036"/>
          <a:stretch/>
        </p:blipFill>
        <p:spPr>
          <a:xfrm>
            <a:off x="4152194" y="31860857"/>
            <a:ext cx="1721715" cy="426262"/>
          </a:xfrm>
          <a:prstGeom prst="roundRect">
            <a:avLst/>
          </a:prstGeom>
        </p:spPr>
      </p:pic>
      <p:sp>
        <p:nvSpPr>
          <p:cNvPr id="18" name="Google Shape;127;p1">
            <a:extLst>
              <a:ext uri="{FF2B5EF4-FFF2-40B4-BE49-F238E27FC236}">
                <a16:creationId xmlns:a16="http://schemas.microsoft.com/office/drawing/2014/main" id="{03E3C1A1-92CA-4A04-2782-E916017B308A}"/>
              </a:ext>
            </a:extLst>
          </p:cNvPr>
          <p:cNvSpPr txBox="1"/>
          <p:nvPr/>
        </p:nvSpPr>
        <p:spPr>
          <a:xfrm>
            <a:off x="6578125" y="31048835"/>
            <a:ext cx="3449287" cy="534015"/>
          </a:xfrm>
          <a:prstGeom prst="rect">
            <a:avLst/>
          </a:prstGeom>
          <a:noFill/>
          <a:ln>
            <a:noFill/>
          </a:ln>
        </p:spPr>
        <p:txBody>
          <a:bodyPr spcFirstLastPara="1" wrap="square" lIns="71650" tIns="35825" rIns="71650" bIns="35825" anchor="t" anchorCtr="0">
            <a:spAutoFit/>
          </a:bodyPr>
          <a:lstStyle/>
          <a:p>
            <a:pPr marL="0" marR="0" lvl="0" indent="0" algn="l" rtl="0">
              <a:spcBef>
                <a:spcPts val="0"/>
              </a:spcBef>
              <a:spcAft>
                <a:spcPts val="0"/>
              </a:spcAft>
              <a:buNone/>
            </a:pPr>
            <a:r>
              <a:rPr lang="es-ES" sz="3000" b="1" dirty="0">
                <a:solidFill>
                  <a:srgbClr val="002060"/>
                </a:solidFill>
                <a:latin typeface="Verdana" panose="020B0604030504040204" pitchFamily="34" charset="0"/>
                <a:ea typeface="Verdana" panose="020B0604030504040204" pitchFamily="34" charset="0"/>
                <a:cs typeface="Candara"/>
                <a:sym typeface="Candara"/>
              </a:rPr>
              <a:t>DESCARGA</a:t>
            </a:r>
            <a:endParaRPr sz="3000" dirty="0">
              <a:solidFill>
                <a:srgbClr val="002060"/>
              </a:solidFill>
              <a:latin typeface="Verdana" panose="020B0604030504040204" pitchFamily="34" charset="0"/>
              <a:ea typeface="Verdana" panose="020B0604030504040204" pitchFamily="34" charset="0"/>
            </a:endParaRPr>
          </a:p>
        </p:txBody>
      </p:sp>
      <p:cxnSp>
        <p:nvCxnSpPr>
          <p:cNvPr id="19" name="Google Shape;121;p1">
            <a:extLst>
              <a:ext uri="{FF2B5EF4-FFF2-40B4-BE49-F238E27FC236}">
                <a16:creationId xmlns:a16="http://schemas.microsoft.com/office/drawing/2014/main" id="{3C702D0B-60AF-1952-41AD-E82DE72C8B03}"/>
              </a:ext>
            </a:extLst>
          </p:cNvPr>
          <p:cNvCxnSpPr>
            <a:cxnSpLocks/>
          </p:cNvCxnSpPr>
          <p:nvPr/>
        </p:nvCxnSpPr>
        <p:spPr>
          <a:xfrm>
            <a:off x="6622365" y="31840929"/>
            <a:ext cx="2412936" cy="0"/>
          </a:xfrm>
          <a:prstGeom prst="straightConnector1">
            <a:avLst/>
          </a:prstGeom>
          <a:noFill/>
          <a:ln w="12700" cap="flat" cmpd="sng">
            <a:solidFill>
              <a:srgbClr val="7030A0"/>
            </a:solidFill>
            <a:prstDash val="solid"/>
            <a:round/>
            <a:headEnd type="none" w="sm" len="sm"/>
            <a:tailEnd type="none" w="sm" len="sm"/>
          </a:ln>
        </p:spPr>
      </p:cxnSp>
      <p:sp>
        <p:nvSpPr>
          <p:cNvPr id="58" name="Flowchart: Alternate Process 31">
            <a:extLst>
              <a:ext uri="{FF2B5EF4-FFF2-40B4-BE49-F238E27FC236}">
                <a16:creationId xmlns:a16="http://schemas.microsoft.com/office/drawing/2014/main" id="{9E618A9F-F750-3E6F-B43D-C47212EDB53E}"/>
              </a:ext>
            </a:extLst>
          </p:cNvPr>
          <p:cNvSpPr/>
          <p:nvPr/>
        </p:nvSpPr>
        <p:spPr>
          <a:xfrm>
            <a:off x="1400628" y="18319714"/>
            <a:ext cx="3672656" cy="561854"/>
          </a:xfrm>
          <a:prstGeom prst="flowChartAlternateProcess">
            <a:avLst/>
          </a:prstGeom>
          <a:solidFill>
            <a:schemeClr val="tx2">
              <a:lumMod val="75000"/>
            </a:schemeClr>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AU" sz="2000" b="1" dirty="0" err="1">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Identificación</a:t>
            </a:r>
            <a:endParaRPr lang="es-ES" sz="2000" dirty="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59" name="Flowchart: Alternate Process 32">
            <a:extLst>
              <a:ext uri="{FF2B5EF4-FFF2-40B4-BE49-F238E27FC236}">
                <a16:creationId xmlns:a16="http://schemas.microsoft.com/office/drawing/2014/main" id="{A77B1933-DE48-141C-5512-46874330AB09}"/>
              </a:ext>
            </a:extLst>
          </p:cNvPr>
          <p:cNvSpPr/>
          <p:nvPr/>
        </p:nvSpPr>
        <p:spPr>
          <a:xfrm>
            <a:off x="5526848" y="18263328"/>
            <a:ext cx="9119300" cy="602568"/>
          </a:xfrm>
          <a:prstGeom prst="flowChartAlternateProcess">
            <a:avLst/>
          </a:prstGeom>
          <a:solidFill>
            <a:schemeClr val="tx2">
              <a:lumMod val="75000"/>
            </a:schemeClr>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s-ES" sz="2000" b="1"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Búsqueda</a:t>
            </a:r>
            <a:endParaRPr lang="es-ES" sz="2000" dirty="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60" name="Flowchart: Alternate Process 33">
            <a:extLst>
              <a:ext uri="{FF2B5EF4-FFF2-40B4-BE49-F238E27FC236}">
                <a16:creationId xmlns:a16="http://schemas.microsoft.com/office/drawing/2014/main" id="{39F8BD7E-E5B1-291F-0D50-F0B0D3C61EB4}"/>
              </a:ext>
            </a:extLst>
          </p:cNvPr>
          <p:cNvSpPr/>
          <p:nvPr/>
        </p:nvSpPr>
        <p:spPr>
          <a:xfrm>
            <a:off x="15148181" y="18325758"/>
            <a:ext cx="2197019" cy="561854"/>
          </a:xfrm>
          <a:prstGeom prst="flowChartAlternateProcess">
            <a:avLst/>
          </a:prstGeom>
          <a:solidFill>
            <a:schemeClr val="tx2">
              <a:lumMod val="75000"/>
            </a:schemeClr>
          </a:solidFill>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AU" sz="2000" b="1" dirty="0" err="1">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Incluidos</a:t>
            </a:r>
            <a:endParaRPr lang="es-ES" sz="2000" dirty="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61" name="Rectangle 1">
            <a:extLst>
              <a:ext uri="{FF2B5EF4-FFF2-40B4-BE49-F238E27FC236}">
                <a16:creationId xmlns:a16="http://schemas.microsoft.com/office/drawing/2014/main" id="{2293C88B-2881-DA5E-89CF-FF758B7606E6}"/>
              </a:ext>
            </a:extLst>
          </p:cNvPr>
          <p:cNvSpPr/>
          <p:nvPr/>
        </p:nvSpPr>
        <p:spPr>
          <a:xfrm>
            <a:off x="1326784" y="19052412"/>
            <a:ext cx="3909089" cy="176293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07000"/>
              </a:lnSpc>
              <a:spcAft>
                <a:spcPts val="800"/>
              </a:spcAft>
            </a:pPr>
            <a:r>
              <a:rPr lang="es-ES" sz="200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Estudios </a:t>
            </a:r>
            <a:r>
              <a:rPr lang="es-ES" sz="2000" b="1"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identificados</a:t>
            </a:r>
            <a:r>
              <a:rPr lang="es-ES" sz="200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a:t>
            </a:r>
            <a:endParaRPr lang="es-ES" sz="2000" dirty="0">
              <a:effectLst/>
              <a:latin typeface="Verdana" panose="020B0604030504040204" pitchFamily="34" charset="0"/>
              <a:ea typeface="Verdana" panose="020B0604030504040204" pitchFamily="34" charset="0"/>
              <a:cs typeface="Times New Roman" panose="02020603050405020304" pitchFamily="18" charset="0"/>
            </a:endParaRPr>
          </a:p>
          <a:p>
            <a:pPr marL="180340">
              <a:lnSpc>
                <a:spcPct val="107000"/>
              </a:lnSpc>
              <a:spcAft>
                <a:spcPts val="800"/>
              </a:spcAft>
            </a:pPr>
            <a:r>
              <a:rPr lang="es-ES" sz="200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Bases de datos (n = 606)</a:t>
            </a:r>
            <a:endParaRPr lang="es-ES" sz="2000" dirty="0">
              <a:effectLst/>
              <a:latin typeface="Verdana" panose="020B0604030504040204" pitchFamily="34" charset="0"/>
              <a:ea typeface="Verdana" panose="020B0604030504040204" pitchFamily="34" charset="0"/>
              <a:cs typeface="Times New Roman" panose="02020603050405020304" pitchFamily="18" charset="0"/>
            </a:endParaRPr>
          </a:p>
          <a:p>
            <a:pPr marL="180340">
              <a:lnSpc>
                <a:spcPct val="107000"/>
              </a:lnSpc>
              <a:spcAft>
                <a:spcPts val="800"/>
              </a:spcAft>
            </a:pPr>
            <a:r>
              <a:rPr lang="es-ES" sz="200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Registros (n = 0)</a:t>
            </a:r>
            <a:endParaRPr lang="es-ES" sz="2000" dirty="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62" name="Rectangle 3">
            <a:extLst>
              <a:ext uri="{FF2B5EF4-FFF2-40B4-BE49-F238E27FC236}">
                <a16:creationId xmlns:a16="http://schemas.microsoft.com/office/drawing/2014/main" id="{D8CFE5AF-7422-E14B-D43B-44BF40955CE3}"/>
              </a:ext>
            </a:extLst>
          </p:cNvPr>
          <p:cNvSpPr/>
          <p:nvPr/>
        </p:nvSpPr>
        <p:spPr>
          <a:xfrm>
            <a:off x="5567629" y="19328145"/>
            <a:ext cx="2412366" cy="15925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AU" sz="2000" dirty="0" err="1">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Estudios</a:t>
            </a:r>
            <a:r>
              <a:rPr lang="en-AU" sz="200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 </a:t>
            </a:r>
            <a:r>
              <a:rPr lang="en-AU" sz="2000" b="1" dirty="0" err="1">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examinados</a:t>
            </a:r>
            <a:endParaRPr lang="es-ES" sz="2000" b="1" dirty="0">
              <a:effectLst/>
              <a:latin typeface="Verdana" panose="020B0604030504040204" pitchFamily="34" charset="0"/>
              <a:ea typeface="Verdana" panose="020B0604030504040204" pitchFamily="34" charset="0"/>
              <a:cs typeface="Times New Roman" panose="02020603050405020304" pitchFamily="18" charset="0"/>
            </a:endParaRPr>
          </a:p>
          <a:p>
            <a:pPr algn="ctr">
              <a:lnSpc>
                <a:spcPct val="107000"/>
              </a:lnSpc>
              <a:spcAft>
                <a:spcPts val="800"/>
              </a:spcAft>
            </a:pPr>
            <a:r>
              <a:rPr lang="en-AU" sz="200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(n = 43)</a:t>
            </a:r>
            <a:endParaRPr lang="es-ES" sz="2000" dirty="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63" name="Rectangle 5">
            <a:extLst>
              <a:ext uri="{FF2B5EF4-FFF2-40B4-BE49-F238E27FC236}">
                <a16:creationId xmlns:a16="http://schemas.microsoft.com/office/drawing/2014/main" id="{6A7BDA57-7CDF-7651-B785-70D552643A00}"/>
              </a:ext>
            </a:extLst>
          </p:cNvPr>
          <p:cNvSpPr/>
          <p:nvPr/>
        </p:nvSpPr>
        <p:spPr>
          <a:xfrm>
            <a:off x="8265073" y="19309419"/>
            <a:ext cx="2940621" cy="16154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s-ES" sz="200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Estudios buscados para su </a:t>
            </a:r>
            <a:r>
              <a:rPr lang="es-ES" sz="2000" b="1"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recuperación</a:t>
            </a:r>
            <a:endParaRPr lang="es-ES" sz="2000" b="1" dirty="0">
              <a:effectLst/>
              <a:latin typeface="Verdana" panose="020B0604030504040204" pitchFamily="34" charset="0"/>
              <a:ea typeface="Verdana" panose="020B0604030504040204" pitchFamily="34" charset="0"/>
              <a:cs typeface="Times New Roman" panose="02020603050405020304" pitchFamily="18" charset="0"/>
            </a:endParaRPr>
          </a:p>
          <a:p>
            <a:pPr algn="ctr">
              <a:lnSpc>
                <a:spcPct val="107000"/>
              </a:lnSpc>
              <a:spcAft>
                <a:spcPts val="800"/>
              </a:spcAft>
            </a:pPr>
            <a:r>
              <a:rPr lang="es-ES" sz="200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(n = 35)</a:t>
            </a:r>
            <a:endParaRPr lang="es-ES" sz="2000" dirty="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64" name="Rectangle 8">
            <a:extLst>
              <a:ext uri="{FF2B5EF4-FFF2-40B4-BE49-F238E27FC236}">
                <a16:creationId xmlns:a16="http://schemas.microsoft.com/office/drawing/2014/main" id="{35E0621A-2ACD-85B4-2388-015AD3FD57DC}"/>
              </a:ext>
            </a:extLst>
          </p:cNvPr>
          <p:cNvSpPr/>
          <p:nvPr/>
        </p:nvSpPr>
        <p:spPr>
          <a:xfrm>
            <a:off x="11449986" y="19305272"/>
            <a:ext cx="3433659" cy="16154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s-ES" sz="200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Estudios </a:t>
            </a:r>
            <a:r>
              <a:rPr lang="es-ES" sz="2000" b="1"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evaluados</a:t>
            </a:r>
            <a:r>
              <a:rPr lang="es-ES" sz="200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 para determinar la elegibilidad</a:t>
            </a:r>
            <a:endParaRPr lang="es-ES" sz="2000" dirty="0">
              <a:effectLst/>
              <a:latin typeface="Verdana" panose="020B0604030504040204" pitchFamily="34" charset="0"/>
              <a:ea typeface="Verdana" panose="020B0604030504040204" pitchFamily="34" charset="0"/>
              <a:cs typeface="Times New Roman" panose="02020603050405020304" pitchFamily="18" charset="0"/>
            </a:endParaRPr>
          </a:p>
          <a:p>
            <a:pPr algn="ctr">
              <a:lnSpc>
                <a:spcPct val="107000"/>
              </a:lnSpc>
              <a:spcAft>
                <a:spcPts val="800"/>
              </a:spcAft>
            </a:pPr>
            <a:r>
              <a:rPr lang="es-ES" sz="200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(n = 33)</a:t>
            </a:r>
            <a:endParaRPr lang="es-ES" sz="2000" dirty="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65" name="Rectangle 2">
            <a:extLst>
              <a:ext uri="{FF2B5EF4-FFF2-40B4-BE49-F238E27FC236}">
                <a16:creationId xmlns:a16="http://schemas.microsoft.com/office/drawing/2014/main" id="{C78340EE-7A93-D3B2-1C94-E137588537F9}"/>
              </a:ext>
            </a:extLst>
          </p:cNvPr>
          <p:cNvSpPr/>
          <p:nvPr/>
        </p:nvSpPr>
        <p:spPr>
          <a:xfrm>
            <a:off x="1326681" y="21148335"/>
            <a:ext cx="3073971" cy="335913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07000"/>
              </a:lnSpc>
              <a:spcAft>
                <a:spcPts val="800"/>
              </a:spcAft>
            </a:pPr>
            <a:r>
              <a:rPr lang="es-ES" sz="200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Estudios </a:t>
            </a:r>
            <a:r>
              <a:rPr lang="es-ES" sz="2000" b="1"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eliminados</a:t>
            </a:r>
            <a:r>
              <a:rPr lang="es-ES" sz="200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 después de la </a:t>
            </a:r>
            <a:r>
              <a:rPr lang="es-ES" sz="2000" b="1"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búsqueda</a:t>
            </a:r>
            <a:r>
              <a:rPr lang="es-ES" sz="200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a:t>
            </a:r>
            <a:endParaRPr lang="es-ES" sz="2000" dirty="0">
              <a:effectLst/>
              <a:latin typeface="Verdana" panose="020B0604030504040204" pitchFamily="34" charset="0"/>
              <a:ea typeface="Verdana" panose="020B0604030504040204" pitchFamily="34" charset="0"/>
              <a:cs typeface="Times New Roman" panose="02020603050405020304" pitchFamily="18" charset="0"/>
            </a:endParaRPr>
          </a:p>
          <a:p>
            <a:pPr marL="180340">
              <a:lnSpc>
                <a:spcPct val="107000"/>
              </a:lnSpc>
              <a:spcAft>
                <a:spcPts val="800"/>
              </a:spcAft>
            </a:pPr>
            <a:r>
              <a:rPr lang="es-ES" sz="200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Estudios eliminados duplicados (n = 0)</a:t>
            </a:r>
            <a:endParaRPr lang="es-ES" sz="2000" dirty="0">
              <a:effectLst/>
              <a:latin typeface="Verdana" panose="020B0604030504040204" pitchFamily="34" charset="0"/>
              <a:ea typeface="Verdana" panose="020B0604030504040204" pitchFamily="34" charset="0"/>
              <a:cs typeface="Times New Roman" panose="02020603050405020304" pitchFamily="18" charset="0"/>
            </a:endParaRPr>
          </a:p>
          <a:p>
            <a:pPr marL="180340">
              <a:lnSpc>
                <a:spcPct val="107000"/>
              </a:lnSpc>
              <a:spcAft>
                <a:spcPts val="800"/>
              </a:spcAft>
            </a:pPr>
            <a:r>
              <a:rPr lang="es-ES" sz="200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Estudios eliminados no elegibles al aplicar los filtros </a:t>
            </a:r>
            <a:endParaRPr lang="es-ES" sz="2000" dirty="0">
              <a:effectLst/>
              <a:latin typeface="Verdana" panose="020B0604030504040204" pitchFamily="34" charset="0"/>
              <a:ea typeface="Verdana" panose="020B0604030504040204" pitchFamily="34" charset="0"/>
              <a:cs typeface="Times New Roman" panose="02020603050405020304" pitchFamily="18" charset="0"/>
            </a:endParaRPr>
          </a:p>
          <a:p>
            <a:pPr marL="180340">
              <a:lnSpc>
                <a:spcPct val="107000"/>
              </a:lnSpc>
              <a:spcAft>
                <a:spcPts val="800"/>
              </a:spcAft>
            </a:pPr>
            <a:r>
              <a:rPr lang="es-ES" sz="200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(n = 563)</a:t>
            </a:r>
            <a:endParaRPr lang="es-ES" sz="2000" dirty="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66" name="Rectangle 4">
            <a:extLst>
              <a:ext uri="{FF2B5EF4-FFF2-40B4-BE49-F238E27FC236}">
                <a16:creationId xmlns:a16="http://schemas.microsoft.com/office/drawing/2014/main" id="{31BDA909-6DBD-4400-066E-47D176C98D3F}"/>
              </a:ext>
            </a:extLst>
          </p:cNvPr>
          <p:cNvSpPr/>
          <p:nvPr/>
        </p:nvSpPr>
        <p:spPr>
          <a:xfrm>
            <a:off x="4765510" y="21299304"/>
            <a:ext cx="4016603" cy="321283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07000"/>
              </a:lnSpc>
              <a:spcAft>
                <a:spcPts val="800"/>
              </a:spcAft>
            </a:pPr>
            <a:r>
              <a:rPr lang="es-ES" sz="200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Estudios </a:t>
            </a:r>
            <a:r>
              <a:rPr lang="es-ES" sz="2000" b="1"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eliminados</a:t>
            </a:r>
            <a:r>
              <a:rPr lang="es-ES" sz="200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 al leer </a:t>
            </a:r>
            <a:r>
              <a:rPr lang="es-ES" sz="2000" b="1"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título/resumen</a:t>
            </a:r>
            <a:r>
              <a:rPr lang="es-ES" sz="2000" dirty="0">
                <a:latin typeface="Verdana" panose="020B0604030504040204" pitchFamily="34" charset="0"/>
                <a:ea typeface="Verdana" panose="020B0604030504040204" pitchFamily="34" charset="0"/>
                <a:cs typeface="Times New Roman" panose="02020603050405020304" pitchFamily="18" charset="0"/>
              </a:rPr>
              <a:t> </a:t>
            </a:r>
            <a:r>
              <a:rPr lang="es-ES" sz="200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(n = 8)</a:t>
            </a:r>
            <a:endParaRPr lang="es-ES" sz="2000" dirty="0">
              <a:effectLst/>
              <a:latin typeface="Verdana" panose="020B0604030504040204" pitchFamily="34" charset="0"/>
              <a:ea typeface="Verdana" panose="020B0604030504040204" pitchFamily="34" charset="0"/>
              <a:cs typeface="Times New Roman" panose="02020603050405020304" pitchFamily="18" charset="0"/>
            </a:endParaRPr>
          </a:p>
          <a:p>
            <a:pPr marL="180340">
              <a:lnSpc>
                <a:spcPct val="107000"/>
              </a:lnSpc>
              <a:spcAft>
                <a:spcPts val="800"/>
              </a:spcAft>
            </a:pPr>
            <a:r>
              <a:rPr lang="es-ES" sz="200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Incluyen Hombres (n = 2)</a:t>
            </a:r>
            <a:endParaRPr lang="es-ES" sz="2000" dirty="0">
              <a:effectLst/>
              <a:latin typeface="Verdana" panose="020B0604030504040204" pitchFamily="34" charset="0"/>
              <a:ea typeface="Verdana" panose="020B0604030504040204" pitchFamily="34" charset="0"/>
              <a:cs typeface="Times New Roman" panose="02020603050405020304" pitchFamily="18" charset="0"/>
            </a:endParaRPr>
          </a:p>
          <a:p>
            <a:pPr marL="180340">
              <a:lnSpc>
                <a:spcPct val="107000"/>
              </a:lnSpc>
              <a:spcAft>
                <a:spcPts val="800"/>
              </a:spcAft>
            </a:pPr>
            <a:r>
              <a:rPr lang="es-ES" sz="200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Enfermedades SNC (n = 1)</a:t>
            </a:r>
            <a:endParaRPr lang="es-ES" sz="2000" dirty="0">
              <a:effectLst/>
              <a:latin typeface="Verdana" panose="020B0604030504040204" pitchFamily="34" charset="0"/>
              <a:ea typeface="Verdana" panose="020B0604030504040204" pitchFamily="34" charset="0"/>
              <a:cs typeface="Times New Roman" panose="02020603050405020304" pitchFamily="18" charset="0"/>
            </a:endParaRPr>
          </a:p>
          <a:p>
            <a:pPr marL="180340">
              <a:lnSpc>
                <a:spcPct val="107000"/>
              </a:lnSpc>
              <a:spcAft>
                <a:spcPts val="800"/>
              </a:spcAft>
            </a:pPr>
            <a:r>
              <a:rPr lang="es-ES" sz="200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Incluyen intervención farmacológica/quirúrgica </a:t>
            </a:r>
          </a:p>
          <a:p>
            <a:pPr marL="180340">
              <a:lnSpc>
                <a:spcPct val="107000"/>
              </a:lnSpc>
              <a:spcAft>
                <a:spcPts val="800"/>
              </a:spcAft>
            </a:pPr>
            <a:r>
              <a:rPr lang="es-ES" sz="200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(n = 5) </a:t>
            </a:r>
            <a:endParaRPr lang="es-ES" sz="2000" dirty="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67" name="Rectangle 6">
            <a:extLst>
              <a:ext uri="{FF2B5EF4-FFF2-40B4-BE49-F238E27FC236}">
                <a16:creationId xmlns:a16="http://schemas.microsoft.com/office/drawing/2014/main" id="{67FB0C76-F74F-48CB-7D78-39DEC52E5A2C}"/>
              </a:ext>
            </a:extLst>
          </p:cNvPr>
          <p:cNvSpPr/>
          <p:nvPr/>
        </p:nvSpPr>
        <p:spPr>
          <a:xfrm>
            <a:off x="9046524" y="22027327"/>
            <a:ext cx="2036464" cy="161462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AU" sz="2000" dirty="0" err="1">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Estudios</a:t>
            </a:r>
            <a:r>
              <a:rPr lang="en-AU" sz="200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 </a:t>
            </a:r>
            <a:r>
              <a:rPr lang="en-AU" sz="2000" b="1"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no</a:t>
            </a:r>
            <a:r>
              <a:rPr lang="en-AU" sz="200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 </a:t>
            </a:r>
            <a:r>
              <a:rPr lang="en-AU" sz="2000" b="1" dirty="0" err="1">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conseguidos</a:t>
            </a:r>
            <a:endParaRPr lang="es-ES" sz="2000" b="1" dirty="0">
              <a:effectLst/>
              <a:latin typeface="Verdana" panose="020B0604030504040204" pitchFamily="34" charset="0"/>
              <a:ea typeface="Verdana" panose="020B0604030504040204" pitchFamily="34" charset="0"/>
              <a:cs typeface="Times New Roman" panose="02020603050405020304" pitchFamily="18" charset="0"/>
            </a:endParaRPr>
          </a:p>
          <a:p>
            <a:pPr algn="ctr">
              <a:lnSpc>
                <a:spcPct val="107000"/>
              </a:lnSpc>
              <a:spcAft>
                <a:spcPts val="800"/>
              </a:spcAft>
            </a:pPr>
            <a:r>
              <a:rPr lang="en-AU" sz="200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(n = 2) </a:t>
            </a:r>
            <a:endParaRPr lang="es-ES" sz="2000" dirty="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68" name="Rectangle 9">
            <a:extLst>
              <a:ext uri="{FF2B5EF4-FFF2-40B4-BE49-F238E27FC236}">
                <a16:creationId xmlns:a16="http://schemas.microsoft.com/office/drawing/2014/main" id="{A141C718-8C9D-6A3F-9730-89CD184C714E}"/>
              </a:ext>
            </a:extLst>
          </p:cNvPr>
          <p:cNvSpPr/>
          <p:nvPr/>
        </p:nvSpPr>
        <p:spPr>
          <a:xfrm>
            <a:off x="11365288" y="21476953"/>
            <a:ext cx="3597169" cy="303530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07000"/>
              </a:lnSpc>
              <a:spcAft>
                <a:spcPts val="800"/>
              </a:spcAft>
            </a:pPr>
            <a:r>
              <a:rPr lang="es-ES" sz="200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Estudios </a:t>
            </a:r>
            <a:r>
              <a:rPr lang="es-ES" sz="2000" b="1"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excluidos</a:t>
            </a:r>
            <a:r>
              <a:rPr lang="es-ES" sz="200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a:t>
            </a:r>
            <a:endParaRPr lang="es-ES" sz="2000" dirty="0">
              <a:effectLst/>
              <a:latin typeface="Verdana" panose="020B0604030504040204" pitchFamily="34" charset="0"/>
              <a:ea typeface="Verdana" panose="020B0604030504040204" pitchFamily="34" charset="0"/>
              <a:cs typeface="Times New Roman" panose="02020603050405020304" pitchFamily="18" charset="0"/>
            </a:endParaRPr>
          </a:p>
          <a:p>
            <a:pPr marL="180340">
              <a:lnSpc>
                <a:spcPct val="107000"/>
              </a:lnSpc>
              <a:spcAft>
                <a:spcPts val="800"/>
              </a:spcAft>
            </a:pPr>
            <a:r>
              <a:rPr lang="es-ES" sz="200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Edad &lt;60 años (n = 17)</a:t>
            </a:r>
            <a:endParaRPr lang="es-ES" sz="2000" dirty="0">
              <a:effectLst/>
              <a:latin typeface="Verdana" panose="020B0604030504040204" pitchFamily="34" charset="0"/>
              <a:ea typeface="Verdana" panose="020B0604030504040204" pitchFamily="34" charset="0"/>
              <a:cs typeface="Times New Roman" panose="02020603050405020304" pitchFamily="18" charset="0"/>
            </a:endParaRPr>
          </a:p>
          <a:p>
            <a:pPr marL="180340">
              <a:lnSpc>
                <a:spcPct val="107000"/>
              </a:lnSpc>
              <a:spcAft>
                <a:spcPts val="800"/>
              </a:spcAft>
            </a:pPr>
            <a:r>
              <a:rPr lang="es-ES" sz="200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Estudio </a:t>
            </a:r>
            <a:r>
              <a:rPr lang="es-ES" sz="2000" dirty="0" err="1">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pre-post</a:t>
            </a:r>
            <a:r>
              <a:rPr lang="es-ES" sz="200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 (n = 1)</a:t>
            </a:r>
            <a:endParaRPr lang="es-ES" sz="2000" dirty="0">
              <a:effectLst/>
              <a:latin typeface="Verdana" panose="020B0604030504040204" pitchFamily="34" charset="0"/>
              <a:ea typeface="Verdana" panose="020B0604030504040204" pitchFamily="34" charset="0"/>
              <a:cs typeface="Times New Roman" panose="02020603050405020304" pitchFamily="18" charset="0"/>
            </a:endParaRPr>
          </a:p>
          <a:p>
            <a:pPr marL="180340">
              <a:lnSpc>
                <a:spcPct val="107000"/>
              </a:lnSpc>
              <a:spcAft>
                <a:spcPts val="800"/>
              </a:spcAft>
            </a:pPr>
            <a:r>
              <a:rPr lang="es-ES" sz="200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Incluyen intervención farmacológica/quirúrgica (n = 4)</a:t>
            </a:r>
            <a:endParaRPr lang="es-ES" sz="2000" dirty="0">
              <a:effectLst/>
              <a:latin typeface="Verdana" panose="020B0604030504040204" pitchFamily="34" charset="0"/>
              <a:ea typeface="Verdana" panose="020B0604030504040204" pitchFamily="34" charset="0"/>
              <a:cs typeface="Times New Roman" panose="02020603050405020304" pitchFamily="18" charset="0"/>
            </a:endParaRPr>
          </a:p>
          <a:p>
            <a:pPr marL="180340">
              <a:lnSpc>
                <a:spcPct val="107000"/>
              </a:lnSpc>
              <a:spcAft>
                <a:spcPts val="800"/>
              </a:spcAft>
            </a:pPr>
            <a:r>
              <a:rPr lang="es-ES" sz="2000"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No IU previa (n = 2)</a:t>
            </a:r>
            <a:endParaRPr lang="es-ES" sz="2000" dirty="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69" name="Rectangle 13">
            <a:extLst>
              <a:ext uri="{FF2B5EF4-FFF2-40B4-BE49-F238E27FC236}">
                <a16:creationId xmlns:a16="http://schemas.microsoft.com/office/drawing/2014/main" id="{DC43549B-7DB0-9BF1-B9BF-52BADDCE82A0}"/>
              </a:ext>
            </a:extLst>
          </p:cNvPr>
          <p:cNvSpPr/>
          <p:nvPr/>
        </p:nvSpPr>
        <p:spPr>
          <a:xfrm>
            <a:off x="15134211" y="20063787"/>
            <a:ext cx="2315962" cy="193792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s-ES" sz="2000" b="1"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Estudios incluidos en la revisión</a:t>
            </a:r>
            <a:endParaRPr lang="es-ES" sz="2000" dirty="0">
              <a:effectLst/>
              <a:latin typeface="Verdana" panose="020B0604030504040204" pitchFamily="34" charset="0"/>
              <a:ea typeface="Verdana" panose="020B0604030504040204" pitchFamily="34" charset="0"/>
              <a:cs typeface="Times New Roman" panose="02020603050405020304" pitchFamily="18" charset="0"/>
            </a:endParaRPr>
          </a:p>
          <a:p>
            <a:pPr algn="ctr">
              <a:lnSpc>
                <a:spcPct val="107000"/>
              </a:lnSpc>
              <a:spcAft>
                <a:spcPts val="800"/>
              </a:spcAft>
            </a:pPr>
            <a:r>
              <a:rPr lang="es-ES" sz="2000" b="1"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(n = 9)</a:t>
            </a:r>
            <a:endParaRPr lang="es-ES" sz="2000" dirty="0">
              <a:effectLst/>
              <a:latin typeface="Verdana" panose="020B0604030504040204" pitchFamily="34" charset="0"/>
              <a:ea typeface="Verdana" panose="020B0604030504040204" pitchFamily="34" charset="0"/>
              <a:cs typeface="Times New Roman" panose="02020603050405020304" pitchFamily="18" charset="0"/>
            </a:endParaRPr>
          </a:p>
        </p:txBody>
      </p:sp>
      <p:cxnSp>
        <p:nvCxnSpPr>
          <p:cNvPr id="70" name="Straight Arrow Connector 14">
            <a:extLst>
              <a:ext uri="{FF2B5EF4-FFF2-40B4-BE49-F238E27FC236}">
                <a16:creationId xmlns:a16="http://schemas.microsoft.com/office/drawing/2014/main" id="{80A423A3-2D33-CD4C-BAE1-19E711DD0EA2}"/>
              </a:ext>
            </a:extLst>
          </p:cNvPr>
          <p:cNvCxnSpPr/>
          <p:nvPr/>
        </p:nvCxnSpPr>
        <p:spPr>
          <a:xfrm>
            <a:off x="5216479" y="20013338"/>
            <a:ext cx="323850" cy="0"/>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71" name="Straight Arrow Connector 35">
            <a:extLst>
              <a:ext uri="{FF2B5EF4-FFF2-40B4-BE49-F238E27FC236}">
                <a16:creationId xmlns:a16="http://schemas.microsoft.com/office/drawing/2014/main" id="{3A06CB7F-8FB2-2BF0-63FE-D1F744686148}"/>
              </a:ext>
            </a:extLst>
          </p:cNvPr>
          <p:cNvCxnSpPr/>
          <p:nvPr/>
        </p:nvCxnSpPr>
        <p:spPr>
          <a:xfrm>
            <a:off x="2512920" y="20811442"/>
            <a:ext cx="0" cy="324000"/>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72" name="Straight Arrow Connector 14">
            <a:extLst>
              <a:ext uri="{FF2B5EF4-FFF2-40B4-BE49-F238E27FC236}">
                <a16:creationId xmlns:a16="http://schemas.microsoft.com/office/drawing/2014/main" id="{3B0ECFF2-E5ED-C541-59DD-E1D5B7447D98}"/>
              </a:ext>
            </a:extLst>
          </p:cNvPr>
          <p:cNvCxnSpPr/>
          <p:nvPr/>
        </p:nvCxnSpPr>
        <p:spPr>
          <a:xfrm>
            <a:off x="8005395" y="20115265"/>
            <a:ext cx="288000" cy="0"/>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73" name="Straight Arrow Connector 14">
            <a:extLst>
              <a:ext uri="{FF2B5EF4-FFF2-40B4-BE49-F238E27FC236}">
                <a16:creationId xmlns:a16="http://schemas.microsoft.com/office/drawing/2014/main" id="{0AAF3947-0378-6DEE-896C-4A04F5480099}"/>
              </a:ext>
            </a:extLst>
          </p:cNvPr>
          <p:cNvCxnSpPr/>
          <p:nvPr/>
        </p:nvCxnSpPr>
        <p:spPr>
          <a:xfrm>
            <a:off x="11209667" y="20124440"/>
            <a:ext cx="252000" cy="0"/>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74" name="Straight Arrow Connector 14">
            <a:extLst>
              <a:ext uri="{FF2B5EF4-FFF2-40B4-BE49-F238E27FC236}">
                <a16:creationId xmlns:a16="http://schemas.microsoft.com/office/drawing/2014/main" id="{4570E8FC-FB27-28EC-25EE-95B7A8B0D7FC}"/>
              </a:ext>
            </a:extLst>
          </p:cNvPr>
          <p:cNvCxnSpPr/>
          <p:nvPr/>
        </p:nvCxnSpPr>
        <p:spPr>
          <a:xfrm>
            <a:off x="14862431" y="20749981"/>
            <a:ext cx="252000" cy="0"/>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75" name="Straight Arrow Connector 35">
            <a:extLst>
              <a:ext uri="{FF2B5EF4-FFF2-40B4-BE49-F238E27FC236}">
                <a16:creationId xmlns:a16="http://schemas.microsoft.com/office/drawing/2014/main" id="{74E8CC35-3CC4-7BA6-4D10-E0C16715934A}"/>
              </a:ext>
            </a:extLst>
          </p:cNvPr>
          <p:cNvCxnSpPr/>
          <p:nvPr/>
        </p:nvCxnSpPr>
        <p:spPr>
          <a:xfrm>
            <a:off x="6627720" y="20928384"/>
            <a:ext cx="0" cy="360000"/>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76" name="Straight Arrow Connector 35">
            <a:extLst>
              <a:ext uri="{FF2B5EF4-FFF2-40B4-BE49-F238E27FC236}">
                <a16:creationId xmlns:a16="http://schemas.microsoft.com/office/drawing/2014/main" id="{609F2A77-5861-9CD4-4952-2FF9927B79FF}"/>
              </a:ext>
            </a:extLst>
          </p:cNvPr>
          <p:cNvCxnSpPr>
            <a:cxnSpLocks/>
          </p:cNvCxnSpPr>
          <p:nvPr/>
        </p:nvCxnSpPr>
        <p:spPr>
          <a:xfrm>
            <a:off x="9988677" y="20939868"/>
            <a:ext cx="0" cy="1074543"/>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78" name="Straight Arrow Connector 35">
            <a:extLst>
              <a:ext uri="{FF2B5EF4-FFF2-40B4-BE49-F238E27FC236}">
                <a16:creationId xmlns:a16="http://schemas.microsoft.com/office/drawing/2014/main" id="{A1043598-8402-782B-0431-EA75619F6C75}"/>
              </a:ext>
            </a:extLst>
          </p:cNvPr>
          <p:cNvCxnSpPr/>
          <p:nvPr/>
        </p:nvCxnSpPr>
        <p:spPr>
          <a:xfrm>
            <a:off x="13162192" y="20913484"/>
            <a:ext cx="0" cy="504000"/>
          </a:xfrm>
          <a:prstGeom prst="straightConnector1">
            <a:avLst/>
          </a:prstGeom>
          <a:ln>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79" name="Flowchart: Alternate Process 29">
            <a:extLst>
              <a:ext uri="{FF2B5EF4-FFF2-40B4-BE49-F238E27FC236}">
                <a16:creationId xmlns:a16="http://schemas.microsoft.com/office/drawing/2014/main" id="{9FE47D30-A6A5-14ED-5D98-99D00B11E80C}"/>
              </a:ext>
            </a:extLst>
          </p:cNvPr>
          <p:cNvSpPr/>
          <p:nvPr/>
        </p:nvSpPr>
        <p:spPr>
          <a:xfrm>
            <a:off x="5545827" y="17555764"/>
            <a:ext cx="8583977" cy="524567"/>
          </a:xfrm>
          <a:prstGeom prst="flowChartAlternateProcess">
            <a:avLst/>
          </a:prstGeom>
          <a:solidFill>
            <a:schemeClr val="accent1">
              <a:lumMod val="60000"/>
              <a:lumOff val="40000"/>
            </a:schemeClr>
          </a:solidFill>
        </p:spPr>
        <p:style>
          <a:lnRef idx="2">
            <a:schemeClr val="accent4">
              <a:shade val="50000"/>
            </a:schemeClr>
          </a:lnRef>
          <a:fillRef idx="1">
            <a:schemeClr val="accent4"/>
          </a:fillRef>
          <a:effectRef idx="0">
            <a:schemeClr val="accent4"/>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s-ES" sz="2000" b="1"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Identificación de los estudios en las bases de datos</a:t>
            </a:r>
            <a:endParaRPr lang="es-ES" sz="2000" dirty="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88" name="Flowchart: Alternate Process 29">
            <a:extLst>
              <a:ext uri="{FF2B5EF4-FFF2-40B4-BE49-F238E27FC236}">
                <a16:creationId xmlns:a16="http://schemas.microsoft.com/office/drawing/2014/main" id="{6B437D17-40FA-CC80-FE17-F746D8FE71D1}"/>
              </a:ext>
            </a:extLst>
          </p:cNvPr>
          <p:cNvSpPr/>
          <p:nvPr/>
        </p:nvSpPr>
        <p:spPr>
          <a:xfrm>
            <a:off x="18776972" y="17523157"/>
            <a:ext cx="3873478" cy="1079556"/>
          </a:xfrm>
          <a:prstGeom prst="flowChartAlternateProcess">
            <a:avLst/>
          </a:prstGeom>
          <a:solidFill>
            <a:schemeClr val="accent1">
              <a:lumMod val="60000"/>
              <a:lumOff val="40000"/>
            </a:schemeClr>
          </a:solidFill>
        </p:spPr>
        <p:style>
          <a:lnRef idx="2">
            <a:schemeClr val="accent4">
              <a:shade val="50000"/>
            </a:schemeClr>
          </a:lnRef>
          <a:fillRef idx="1">
            <a:schemeClr val="accent4"/>
          </a:fillRef>
          <a:effectRef idx="0">
            <a:schemeClr val="accent4"/>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s-ES" sz="2000" b="1" dirty="0">
                <a:solidFill>
                  <a:srgbClr val="000000"/>
                </a:solidFill>
                <a:effectLst/>
                <a:latin typeface="Verdana" panose="020B0604030504040204" pitchFamily="34" charset="0"/>
                <a:ea typeface="Verdana" panose="020B0604030504040204" pitchFamily="34" charset="0"/>
                <a:cs typeface="Times New Roman" panose="02020603050405020304" pitchFamily="18" charset="0"/>
              </a:rPr>
              <a:t>Tabla general de resultados</a:t>
            </a:r>
            <a:endParaRPr lang="es-ES" sz="2000" dirty="0">
              <a:effectLst/>
              <a:latin typeface="Verdana" panose="020B0604030504040204" pitchFamily="34" charset="0"/>
              <a:ea typeface="Verdana" panose="020B0604030504040204" pitchFamily="34" charset="0"/>
              <a:cs typeface="Times New Roman" panose="02020603050405020304" pitchFamily="18" charset="0"/>
            </a:endParaRPr>
          </a:p>
        </p:txBody>
      </p:sp>
      <p:pic>
        <p:nvPicPr>
          <p:cNvPr id="90" name="Imagen 89">
            <a:extLst>
              <a:ext uri="{FF2B5EF4-FFF2-40B4-BE49-F238E27FC236}">
                <a16:creationId xmlns:a16="http://schemas.microsoft.com/office/drawing/2014/main" id="{C03DD71A-0C66-15C7-9900-B3C745A53788}"/>
              </a:ext>
            </a:extLst>
          </p:cNvPr>
          <p:cNvPicPr>
            <a:picLocks noChangeAspect="1"/>
          </p:cNvPicPr>
          <p:nvPr/>
        </p:nvPicPr>
        <p:blipFill rotWithShape="1">
          <a:blip r:embed="rId7"/>
          <a:srcRect l="6557" t="1811"/>
          <a:stretch/>
        </p:blipFill>
        <p:spPr>
          <a:xfrm>
            <a:off x="19009203" y="19108430"/>
            <a:ext cx="3284703" cy="4001365"/>
          </a:xfrm>
          <a:prstGeom prst="rect">
            <a:avLst/>
          </a:prstGeom>
        </p:spPr>
      </p:pic>
      <p:pic>
        <p:nvPicPr>
          <p:cNvPr id="85" name="Imagen 84">
            <a:extLst>
              <a:ext uri="{FF2B5EF4-FFF2-40B4-BE49-F238E27FC236}">
                <a16:creationId xmlns:a16="http://schemas.microsoft.com/office/drawing/2014/main" id="{080577BF-D3E7-5E7F-76C1-E647618CDDF0}"/>
              </a:ext>
            </a:extLst>
          </p:cNvPr>
          <p:cNvPicPr>
            <a:picLocks noChangeAspect="1"/>
          </p:cNvPicPr>
          <p:nvPr/>
        </p:nvPicPr>
        <p:blipFill>
          <a:blip r:embed="rId8">
            <a:alphaModFix amt="70000"/>
          </a:blip>
          <a:stretch>
            <a:fillRect/>
          </a:stretch>
        </p:blipFill>
        <p:spPr>
          <a:xfrm>
            <a:off x="21094209" y="18468452"/>
            <a:ext cx="4180007" cy="4009394"/>
          </a:xfrm>
          <a:prstGeom prst="rect">
            <a:avLst/>
          </a:prstGeom>
        </p:spPr>
      </p:pic>
      <p:pic>
        <p:nvPicPr>
          <p:cNvPr id="87" name="Imagen 86">
            <a:extLst>
              <a:ext uri="{FF2B5EF4-FFF2-40B4-BE49-F238E27FC236}">
                <a16:creationId xmlns:a16="http://schemas.microsoft.com/office/drawing/2014/main" id="{217F10EC-48EA-BAAF-511B-9E39C302CD2A}"/>
              </a:ext>
            </a:extLst>
          </p:cNvPr>
          <p:cNvPicPr>
            <a:picLocks noChangeAspect="1"/>
          </p:cNvPicPr>
          <p:nvPr/>
        </p:nvPicPr>
        <p:blipFill>
          <a:blip r:embed="rId9"/>
          <a:stretch>
            <a:fillRect/>
          </a:stretch>
        </p:blipFill>
        <p:spPr>
          <a:xfrm rot="266716">
            <a:off x="19222218" y="22665957"/>
            <a:ext cx="4549534" cy="2796782"/>
          </a:xfrm>
          <a:prstGeom prst="rect">
            <a:avLst/>
          </a:prstGeom>
        </p:spPr>
      </p:pic>
      <p:pic>
        <p:nvPicPr>
          <p:cNvPr id="2" name="Imagen 1" descr="Código QR&#10;&#10;Descripción generada automáticamente">
            <a:extLst>
              <a:ext uri="{FF2B5EF4-FFF2-40B4-BE49-F238E27FC236}">
                <a16:creationId xmlns:a16="http://schemas.microsoft.com/office/drawing/2014/main" id="{A9F5E803-A2B8-7154-AFEC-6B3D0FBC4EE1}"/>
              </a:ext>
            </a:extLst>
          </p:cNvPr>
          <p:cNvPicPr>
            <a:picLocks noChangeAspect="1"/>
          </p:cNvPicPr>
          <p:nvPr/>
        </p:nvPicPr>
        <p:blipFill rotWithShape="1">
          <a:blip r:embed="rId6"/>
          <a:srcRect l="14396" t="84554" r="15233" b="2036"/>
          <a:stretch/>
        </p:blipFill>
        <p:spPr>
          <a:xfrm>
            <a:off x="9114629" y="31828436"/>
            <a:ext cx="1721715" cy="426262"/>
          </a:xfrm>
          <a:prstGeom prst="roundRect">
            <a:avLst/>
          </a:prstGeom>
        </p:spPr>
      </p:pic>
      <p:pic>
        <p:nvPicPr>
          <p:cNvPr id="1028" name="Picture 4" descr="Oferta asistencial | Hospital Clínico San Carlos">
            <a:extLst>
              <a:ext uri="{FF2B5EF4-FFF2-40B4-BE49-F238E27FC236}">
                <a16:creationId xmlns:a16="http://schemas.microsoft.com/office/drawing/2014/main" id="{5E13FCE0-9879-F9DF-BF32-D6C3E9BCFB4B}"/>
              </a:ext>
            </a:extLst>
          </p:cNvPr>
          <p:cNvPicPr>
            <a:picLocks noChangeAspect="1" noChangeArrowheads="1"/>
          </p:cNvPicPr>
          <p:nvPr/>
        </p:nvPicPr>
        <p:blipFill>
          <a:blip r:embed="rId10">
            <a:extLst>
              <a:ext uri="{BEBA8EAE-BF5A-486C-A8C5-ECC9F3942E4B}">
                <a14:imgProps xmlns:a14="http://schemas.microsoft.com/office/drawing/2010/main">
                  <a14:imgLayer r:embed="rId11">
                    <a14:imgEffect>
                      <a14:colorTemperature colorTemp="8800"/>
                    </a14:imgEffect>
                  </a14:imgLayer>
                </a14:imgProps>
              </a:ext>
              <a:ext uri="{28A0092B-C50C-407E-A947-70E740481C1C}">
                <a14:useLocalDpi xmlns:a14="http://schemas.microsoft.com/office/drawing/2010/main" val="0"/>
              </a:ext>
            </a:extLst>
          </a:blip>
          <a:srcRect/>
          <a:stretch>
            <a:fillRect/>
          </a:stretch>
        </p:blipFill>
        <p:spPr bwMode="auto">
          <a:xfrm>
            <a:off x="10522582" y="34108179"/>
            <a:ext cx="7179203" cy="1797508"/>
          </a:xfrm>
          <a:prstGeom prst="rect">
            <a:avLst/>
          </a:prstGeom>
          <a:noFill/>
          <a:extLst>
            <a:ext uri="{909E8E84-426E-40DD-AFC4-6F175D3DCCD1}">
              <a14:hiddenFill xmlns:a14="http://schemas.microsoft.com/office/drawing/2010/main">
                <a:solidFill>
                  <a:srgbClr val="FFFFFF"/>
                </a:solidFill>
              </a14:hiddenFill>
            </a:ext>
          </a:extLst>
        </p:spPr>
      </p:pic>
      <p:sp>
        <p:nvSpPr>
          <p:cNvPr id="3" name="Shape">
            <a:extLst>
              <a:ext uri="{FF2B5EF4-FFF2-40B4-BE49-F238E27FC236}">
                <a16:creationId xmlns:a16="http://schemas.microsoft.com/office/drawing/2014/main" id="{8592FE5A-F527-4005-A9D2-64F6FEA58719}"/>
              </a:ext>
            </a:extLst>
          </p:cNvPr>
          <p:cNvSpPr/>
          <p:nvPr/>
        </p:nvSpPr>
        <p:spPr>
          <a:xfrm rot="10800000">
            <a:off x="13239877" y="7681421"/>
            <a:ext cx="11238364" cy="6586944"/>
          </a:xfrm>
          <a:custGeom>
            <a:avLst/>
            <a:gdLst/>
            <a:ahLst/>
            <a:cxnLst>
              <a:cxn ang="0">
                <a:pos x="wd2" y="hd2"/>
              </a:cxn>
              <a:cxn ang="5400000">
                <a:pos x="wd2" y="hd2"/>
              </a:cxn>
              <a:cxn ang="10800000">
                <a:pos x="wd2" y="hd2"/>
              </a:cxn>
              <a:cxn ang="16200000">
                <a:pos x="wd2" y="hd2"/>
              </a:cxn>
            </a:cxnLst>
            <a:rect l="0" t="0" r="r" b="b"/>
            <a:pathLst>
              <a:path w="21544" h="21564" extrusionOk="0">
                <a:moveTo>
                  <a:pt x="21509" y="4127"/>
                </a:moveTo>
                <a:lnTo>
                  <a:pt x="19238" y="110"/>
                </a:lnTo>
                <a:cubicBezTo>
                  <a:pt x="19156" y="-36"/>
                  <a:pt x="18971" y="-36"/>
                  <a:pt x="18889" y="110"/>
                </a:cubicBezTo>
                <a:lnTo>
                  <a:pt x="16618" y="4127"/>
                </a:lnTo>
                <a:cubicBezTo>
                  <a:pt x="16527" y="4288"/>
                  <a:pt x="16626" y="4502"/>
                  <a:pt x="16792" y="4502"/>
                </a:cubicBezTo>
                <a:lnTo>
                  <a:pt x="18095" y="4502"/>
                </a:lnTo>
                <a:cubicBezTo>
                  <a:pt x="18102" y="4562"/>
                  <a:pt x="18106" y="4622"/>
                  <a:pt x="18109" y="4684"/>
                </a:cubicBezTo>
                <a:cubicBezTo>
                  <a:pt x="18003" y="7202"/>
                  <a:pt x="16022" y="7126"/>
                  <a:pt x="16021" y="7131"/>
                </a:cubicBezTo>
                <a:cubicBezTo>
                  <a:pt x="15773" y="7131"/>
                  <a:pt x="14190" y="6956"/>
                  <a:pt x="14064" y="4792"/>
                </a:cubicBezTo>
                <a:cubicBezTo>
                  <a:pt x="14031" y="2382"/>
                  <a:pt x="12450" y="138"/>
                  <a:pt x="10073" y="119"/>
                </a:cubicBezTo>
                <a:cubicBezTo>
                  <a:pt x="10073" y="119"/>
                  <a:pt x="9353" y="92"/>
                  <a:pt x="8537" y="470"/>
                </a:cubicBezTo>
                <a:cubicBezTo>
                  <a:pt x="7448" y="974"/>
                  <a:pt x="6168" y="2163"/>
                  <a:pt x="6011" y="4730"/>
                </a:cubicBezTo>
                <a:cubicBezTo>
                  <a:pt x="6011" y="7329"/>
                  <a:pt x="7866" y="9416"/>
                  <a:pt x="10013" y="9435"/>
                </a:cubicBezTo>
                <a:cubicBezTo>
                  <a:pt x="10032" y="9435"/>
                  <a:pt x="11410" y="9546"/>
                  <a:pt x="11915" y="10899"/>
                </a:cubicBezTo>
                <a:cubicBezTo>
                  <a:pt x="12012" y="11176"/>
                  <a:pt x="12070" y="11472"/>
                  <a:pt x="12064" y="11859"/>
                </a:cubicBezTo>
                <a:cubicBezTo>
                  <a:pt x="12027" y="12376"/>
                  <a:pt x="11971" y="12535"/>
                  <a:pt x="11857" y="12812"/>
                </a:cubicBezTo>
                <a:cubicBezTo>
                  <a:pt x="11254" y="14148"/>
                  <a:pt x="10103" y="14116"/>
                  <a:pt x="10103" y="14116"/>
                </a:cubicBezTo>
                <a:cubicBezTo>
                  <a:pt x="10103" y="14116"/>
                  <a:pt x="8108" y="14116"/>
                  <a:pt x="8038" y="11793"/>
                </a:cubicBezTo>
                <a:cubicBezTo>
                  <a:pt x="8005" y="9383"/>
                  <a:pt x="6440" y="7139"/>
                  <a:pt x="4062" y="7120"/>
                </a:cubicBezTo>
                <a:lnTo>
                  <a:pt x="4062" y="7122"/>
                </a:lnTo>
                <a:cubicBezTo>
                  <a:pt x="1784" y="7160"/>
                  <a:pt x="128" y="9135"/>
                  <a:pt x="22" y="11577"/>
                </a:cubicBezTo>
                <a:cubicBezTo>
                  <a:pt x="18" y="11654"/>
                  <a:pt x="0" y="11770"/>
                  <a:pt x="0" y="21564"/>
                </a:cubicBezTo>
                <a:lnTo>
                  <a:pt x="919" y="21564"/>
                </a:lnTo>
                <a:cubicBezTo>
                  <a:pt x="919" y="21564"/>
                  <a:pt x="919" y="21564"/>
                  <a:pt x="919" y="21564"/>
                </a:cubicBezTo>
                <a:lnTo>
                  <a:pt x="919" y="21047"/>
                </a:lnTo>
                <a:cubicBezTo>
                  <a:pt x="919" y="21023"/>
                  <a:pt x="936" y="21004"/>
                  <a:pt x="957" y="21004"/>
                </a:cubicBezTo>
                <a:cubicBezTo>
                  <a:pt x="978" y="21004"/>
                  <a:pt x="995" y="21023"/>
                  <a:pt x="995" y="21047"/>
                </a:cubicBezTo>
                <a:lnTo>
                  <a:pt x="995" y="21564"/>
                </a:lnTo>
                <a:cubicBezTo>
                  <a:pt x="995" y="21564"/>
                  <a:pt x="995" y="21564"/>
                  <a:pt x="995" y="21564"/>
                </a:cubicBezTo>
                <a:lnTo>
                  <a:pt x="1974" y="21564"/>
                </a:lnTo>
                <a:cubicBezTo>
                  <a:pt x="1974" y="11769"/>
                  <a:pt x="1977" y="11666"/>
                  <a:pt x="1982" y="11597"/>
                </a:cubicBezTo>
                <a:cubicBezTo>
                  <a:pt x="2054" y="10494"/>
                  <a:pt x="2913" y="9314"/>
                  <a:pt x="4195" y="9446"/>
                </a:cubicBezTo>
                <a:lnTo>
                  <a:pt x="4195" y="9441"/>
                </a:lnTo>
                <a:cubicBezTo>
                  <a:pt x="4624" y="9482"/>
                  <a:pt x="5937" y="9846"/>
                  <a:pt x="6027" y="11705"/>
                </a:cubicBezTo>
                <a:cubicBezTo>
                  <a:pt x="6027" y="11705"/>
                  <a:pt x="5918" y="14371"/>
                  <a:pt x="8058" y="15806"/>
                </a:cubicBezTo>
                <a:cubicBezTo>
                  <a:pt x="9842" y="16992"/>
                  <a:pt x="11493" y="16112"/>
                  <a:pt x="11493" y="16112"/>
                </a:cubicBezTo>
                <a:cubicBezTo>
                  <a:pt x="11493" y="16112"/>
                  <a:pt x="13976" y="15142"/>
                  <a:pt x="14046" y="11760"/>
                </a:cubicBezTo>
                <a:cubicBezTo>
                  <a:pt x="14046" y="9210"/>
                  <a:pt x="12287" y="7141"/>
                  <a:pt x="10074" y="7121"/>
                </a:cubicBezTo>
                <a:cubicBezTo>
                  <a:pt x="10074" y="7121"/>
                  <a:pt x="8215" y="7249"/>
                  <a:pt x="8012" y="4768"/>
                </a:cubicBezTo>
                <a:cubicBezTo>
                  <a:pt x="8085" y="2310"/>
                  <a:pt x="10078" y="2358"/>
                  <a:pt x="10078" y="2358"/>
                </a:cubicBezTo>
                <a:cubicBezTo>
                  <a:pt x="10078" y="2358"/>
                  <a:pt x="12059" y="2406"/>
                  <a:pt x="12094" y="4673"/>
                </a:cubicBezTo>
                <a:cubicBezTo>
                  <a:pt x="12094" y="4673"/>
                  <a:pt x="11946" y="7398"/>
                  <a:pt x="14115" y="8805"/>
                </a:cubicBezTo>
                <a:cubicBezTo>
                  <a:pt x="14817" y="9247"/>
                  <a:pt x="15490" y="9406"/>
                  <a:pt x="16018" y="9430"/>
                </a:cubicBezTo>
                <a:cubicBezTo>
                  <a:pt x="16018" y="9430"/>
                  <a:pt x="16526" y="9426"/>
                  <a:pt x="16774" y="9373"/>
                </a:cubicBezTo>
                <a:cubicBezTo>
                  <a:pt x="17121" y="9305"/>
                  <a:pt x="17365" y="9198"/>
                  <a:pt x="17473" y="9144"/>
                </a:cubicBezTo>
                <a:cubicBezTo>
                  <a:pt x="18997" y="8471"/>
                  <a:pt x="20078" y="6779"/>
                  <a:pt x="20078" y="4796"/>
                </a:cubicBezTo>
                <a:cubicBezTo>
                  <a:pt x="20078" y="4697"/>
                  <a:pt x="20075" y="4599"/>
                  <a:pt x="20070" y="4502"/>
                </a:cubicBezTo>
                <a:lnTo>
                  <a:pt x="21337" y="4502"/>
                </a:lnTo>
                <a:cubicBezTo>
                  <a:pt x="21500" y="4502"/>
                  <a:pt x="21600" y="4288"/>
                  <a:pt x="21509" y="4127"/>
                </a:cubicBezTo>
                <a:close/>
                <a:moveTo>
                  <a:pt x="993" y="20532"/>
                </a:moveTo>
                <a:cubicBezTo>
                  <a:pt x="993" y="20556"/>
                  <a:pt x="976" y="20576"/>
                  <a:pt x="955" y="20576"/>
                </a:cubicBezTo>
                <a:cubicBezTo>
                  <a:pt x="934" y="20576"/>
                  <a:pt x="917" y="20556"/>
                  <a:pt x="917" y="20532"/>
                </a:cubicBezTo>
                <a:lnTo>
                  <a:pt x="917" y="20015"/>
                </a:lnTo>
                <a:cubicBezTo>
                  <a:pt x="917" y="19991"/>
                  <a:pt x="934" y="19971"/>
                  <a:pt x="955" y="19971"/>
                </a:cubicBezTo>
                <a:cubicBezTo>
                  <a:pt x="976" y="19971"/>
                  <a:pt x="993" y="19991"/>
                  <a:pt x="993" y="20015"/>
                </a:cubicBezTo>
                <a:lnTo>
                  <a:pt x="993" y="20532"/>
                </a:lnTo>
                <a:close/>
                <a:moveTo>
                  <a:pt x="993" y="19499"/>
                </a:moveTo>
                <a:cubicBezTo>
                  <a:pt x="993" y="19523"/>
                  <a:pt x="976" y="19542"/>
                  <a:pt x="955" y="19542"/>
                </a:cubicBezTo>
                <a:cubicBezTo>
                  <a:pt x="934" y="19542"/>
                  <a:pt x="917" y="19523"/>
                  <a:pt x="917" y="19499"/>
                </a:cubicBezTo>
                <a:lnTo>
                  <a:pt x="917" y="18982"/>
                </a:lnTo>
                <a:cubicBezTo>
                  <a:pt x="917" y="18958"/>
                  <a:pt x="934" y="18938"/>
                  <a:pt x="955" y="18938"/>
                </a:cubicBezTo>
                <a:cubicBezTo>
                  <a:pt x="976" y="18938"/>
                  <a:pt x="993" y="18958"/>
                  <a:pt x="993" y="18982"/>
                </a:cubicBezTo>
                <a:lnTo>
                  <a:pt x="993" y="19499"/>
                </a:lnTo>
                <a:close/>
                <a:moveTo>
                  <a:pt x="993" y="18465"/>
                </a:moveTo>
                <a:cubicBezTo>
                  <a:pt x="993" y="18489"/>
                  <a:pt x="976" y="18509"/>
                  <a:pt x="955" y="18509"/>
                </a:cubicBezTo>
                <a:cubicBezTo>
                  <a:pt x="934" y="18509"/>
                  <a:pt x="917" y="18489"/>
                  <a:pt x="917" y="18465"/>
                </a:cubicBezTo>
                <a:lnTo>
                  <a:pt x="917" y="17949"/>
                </a:lnTo>
                <a:cubicBezTo>
                  <a:pt x="917" y="17925"/>
                  <a:pt x="934" y="17905"/>
                  <a:pt x="955" y="17905"/>
                </a:cubicBezTo>
                <a:cubicBezTo>
                  <a:pt x="976" y="17905"/>
                  <a:pt x="993" y="17925"/>
                  <a:pt x="993" y="17949"/>
                </a:cubicBezTo>
                <a:lnTo>
                  <a:pt x="993" y="18465"/>
                </a:lnTo>
                <a:close/>
                <a:moveTo>
                  <a:pt x="993" y="17432"/>
                </a:moveTo>
                <a:cubicBezTo>
                  <a:pt x="993" y="17456"/>
                  <a:pt x="976" y="17476"/>
                  <a:pt x="955" y="17476"/>
                </a:cubicBezTo>
                <a:cubicBezTo>
                  <a:pt x="934" y="17476"/>
                  <a:pt x="917" y="17456"/>
                  <a:pt x="917" y="17432"/>
                </a:cubicBezTo>
                <a:lnTo>
                  <a:pt x="917" y="16915"/>
                </a:lnTo>
                <a:cubicBezTo>
                  <a:pt x="917" y="16891"/>
                  <a:pt x="934" y="16872"/>
                  <a:pt x="955" y="16872"/>
                </a:cubicBezTo>
                <a:cubicBezTo>
                  <a:pt x="976" y="16872"/>
                  <a:pt x="993" y="16891"/>
                  <a:pt x="993" y="16915"/>
                </a:cubicBezTo>
                <a:lnTo>
                  <a:pt x="993" y="17432"/>
                </a:lnTo>
                <a:close/>
                <a:moveTo>
                  <a:pt x="993" y="16399"/>
                </a:moveTo>
                <a:cubicBezTo>
                  <a:pt x="993" y="16423"/>
                  <a:pt x="976" y="16443"/>
                  <a:pt x="955" y="16443"/>
                </a:cubicBezTo>
                <a:cubicBezTo>
                  <a:pt x="934" y="16443"/>
                  <a:pt x="917" y="16423"/>
                  <a:pt x="917" y="16399"/>
                </a:cubicBezTo>
                <a:lnTo>
                  <a:pt x="917" y="15882"/>
                </a:lnTo>
                <a:cubicBezTo>
                  <a:pt x="917" y="15858"/>
                  <a:pt x="934" y="15838"/>
                  <a:pt x="955" y="15838"/>
                </a:cubicBezTo>
                <a:cubicBezTo>
                  <a:pt x="976" y="15838"/>
                  <a:pt x="993" y="15858"/>
                  <a:pt x="993" y="15882"/>
                </a:cubicBezTo>
                <a:lnTo>
                  <a:pt x="993" y="16399"/>
                </a:lnTo>
                <a:close/>
                <a:moveTo>
                  <a:pt x="993" y="15366"/>
                </a:moveTo>
                <a:cubicBezTo>
                  <a:pt x="993" y="15390"/>
                  <a:pt x="976" y="15409"/>
                  <a:pt x="955" y="15409"/>
                </a:cubicBezTo>
                <a:cubicBezTo>
                  <a:pt x="934" y="15409"/>
                  <a:pt x="917" y="15390"/>
                  <a:pt x="917" y="15366"/>
                </a:cubicBezTo>
                <a:lnTo>
                  <a:pt x="917" y="14849"/>
                </a:lnTo>
                <a:cubicBezTo>
                  <a:pt x="917" y="14825"/>
                  <a:pt x="934" y="14805"/>
                  <a:pt x="955" y="14805"/>
                </a:cubicBezTo>
                <a:cubicBezTo>
                  <a:pt x="976" y="14805"/>
                  <a:pt x="993" y="14825"/>
                  <a:pt x="993" y="14849"/>
                </a:cubicBezTo>
                <a:lnTo>
                  <a:pt x="993" y="15366"/>
                </a:lnTo>
                <a:close/>
                <a:moveTo>
                  <a:pt x="993" y="14332"/>
                </a:moveTo>
                <a:cubicBezTo>
                  <a:pt x="993" y="14356"/>
                  <a:pt x="976" y="14376"/>
                  <a:pt x="955" y="14376"/>
                </a:cubicBezTo>
                <a:cubicBezTo>
                  <a:pt x="934" y="14376"/>
                  <a:pt x="917" y="14356"/>
                  <a:pt x="917" y="14332"/>
                </a:cubicBezTo>
                <a:lnTo>
                  <a:pt x="917" y="13816"/>
                </a:lnTo>
                <a:cubicBezTo>
                  <a:pt x="917" y="13792"/>
                  <a:pt x="934" y="13772"/>
                  <a:pt x="955" y="13772"/>
                </a:cubicBezTo>
                <a:cubicBezTo>
                  <a:pt x="976" y="13772"/>
                  <a:pt x="993" y="13792"/>
                  <a:pt x="993" y="13816"/>
                </a:cubicBezTo>
                <a:lnTo>
                  <a:pt x="993" y="14332"/>
                </a:lnTo>
                <a:close/>
                <a:moveTo>
                  <a:pt x="993" y="13299"/>
                </a:moveTo>
                <a:cubicBezTo>
                  <a:pt x="993" y="13323"/>
                  <a:pt x="976" y="13343"/>
                  <a:pt x="955" y="13343"/>
                </a:cubicBezTo>
                <a:cubicBezTo>
                  <a:pt x="934" y="13343"/>
                  <a:pt x="917" y="13323"/>
                  <a:pt x="917" y="13299"/>
                </a:cubicBezTo>
                <a:lnTo>
                  <a:pt x="917" y="12782"/>
                </a:lnTo>
                <a:cubicBezTo>
                  <a:pt x="917" y="12758"/>
                  <a:pt x="934" y="12739"/>
                  <a:pt x="955" y="12739"/>
                </a:cubicBezTo>
                <a:cubicBezTo>
                  <a:pt x="976" y="12739"/>
                  <a:pt x="993" y="12758"/>
                  <a:pt x="993" y="12782"/>
                </a:cubicBezTo>
                <a:lnTo>
                  <a:pt x="993" y="13299"/>
                </a:lnTo>
                <a:close/>
                <a:moveTo>
                  <a:pt x="993" y="12266"/>
                </a:moveTo>
                <a:cubicBezTo>
                  <a:pt x="993" y="12290"/>
                  <a:pt x="976" y="12310"/>
                  <a:pt x="955" y="12310"/>
                </a:cubicBezTo>
                <a:cubicBezTo>
                  <a:pt x="934" y="12310"/>
                  <a:pt x="917" y="12290"/>
                  <a:pt x="917" y="12266"/>
                </a:cubicBezTo>
                <a:lnTo>
                  <a:pt x="917" y="11912"/>
                </a:lnTo>
                <a:cubicBezTo>
                  <a:pt x="917" y="11895"/>
                  <a:pt x="917" y="11837"/>
                  <a:pt x="923" y="11745"/>
                </a:cubicBezTo>
                <a:cubicBezTo>
                  <a:pt x="924" y="11721"/>
                  <a:pt x="943" y="11704"/>
                  <a:pt x="963" y="11704"/>
                </a:cubicBezTo>
                <a:cubicBezTo>
                  <a:pt x="983" y="11705"/>
                  <a:pt x="999" y="11726"/>
                  <a:pt x="998" y="11750"/>
                </a:cubicBezTo>
                <a:cubicBezTo>
                  <a:pt x="993" y="11839"/>
                  <a:pt x="992" y="11895"/>
                  <a:pt x="992" y="11909"/>
                </a:cubicBezTo>
                <a:lnTo>
                  <a:pt x="993" y="12266"/>
                </a:lnTo>
                <a:close/>
                <a:moveTo>
                  <a:pt x="1162" y="10745"/>
                </a:moveTo>
                <a:cubicBezTo>
                  <a:pt x="1119" y="10905"/>
                  <a:pt x="1083" y="11073"/>
                  <a:pt x="1055" y="11242"/>
                </a:cubicBezTo>
                <a:cubicBezTo>
                  <a:pt x="1051" y="11263"/>
                  <a:pt x="1036" y="11277"/>
                  <a:pt x="1018" y="11277"/>
                </a:cubicBezTo>
                <a:cubicBezTo>
                  <a:pt x="1017" y="11277"/>
                  <a:pt x="1014" y="11277"/>
                  <a:pt x="1012" y="11276"/>
                </a:cubicBezTo>
                <a:cubicBezTo>
                  <a:pt x="992" y="11272"/>
                  <a:pt x="978" y="11249"/>
                  <a:pt x="982" y="11226"/>
                </a:cubicBezTo>
                <a:cubicBezTo>
                  <a:pt x="1010" y="11053"/>
                  <a:pt x="1047" y="10882"/>
                  <a:pt x="1090" y="10719"/>
                </a:cubicBezTo>
                <a:cubicBezTo>
                  <a:pt x="1096" y="10696"/>
                  <a:pt x="1118" y="10683"/>
                  <a:pt x="1137" y="10691"/>
                </a:cubicBezTo>
                <a:cubicBezTo>
                  <a:pt x="1156" y="10698"/>
                  <a:pt x="1168" y="10722"/>
                  <a:pt x="1162" y="10745"/>
                </a:cubicBezTo>
                <a:close/>
                <a:moveTo>
                  <a:pt x="1532" y="9822"/>
                </a:moveTo>
                <a:cubicBezTo>
                  <a:pt x="1454" y="9961"/>
                  <a:pt x="1382" y="10111"/>
                  <a:pt x="1320" y="10268"/>
                </a:cubicBezTo>
                <a:cubicBezTo>
                  <a:pt x="1313" y="10283"/>
                  <a:pt x="1300" y="10293"/>
                  <a:pt x="1286" y="10293"/>
                </a:cubicBezTo>
                <a:cubicBezTo>
                  <a:pt x="1280" y="10293"/>
                  <a:pt x="1275" y="10292"/>
                  <a:pt x="1270" y="10289"/>
                </a:cubicBezTo>
                <a:cubicBezTo>
                  <a:pt x="1251" y="10279"/>
                  <a:pt x="1242" y="10253"/>
                  <a:pt x="1252" y="10232"/>
                </a:cubicBezTo>
                <a:cubicBezTo>
                  <a:pt x="1316" y="10070"/>
                  <a:pt x="1390" y="9917"/>
                  <a:pt x="1470" y="9775"/>
                </a:cubicBezTo>
                <a:cubicBezTo>
                  <a:pt x="1481" y="9755"/>
                  <a:pt x="1505" y="9749"/>
                  <a:pt x="1522" y="9762"/>
                </a:cubicBezTo>
                <a:cubicBezTo>
                  <a:pt x="1539" y="9775"/>
                  <a:pt x="1544" y="9801"/>
                  <a:pt x="1532" y="9822"/>
                </a:cubicBezTo>
                <a:close/>
                <a:moveTo>
                  <a:pt x="2128" y="9079"/>
                </a:moveTo>
                <a:cubicBezTo>
                  <a:pt x="2011" y="9180"/>
                  <a:pt x="1902" y="9295"/>
                  <a:pt x="1803" y="9420"/>
                </a:cubicBezTo>
                <a:cubicBezTo>
                  <a:pt x="1795" y="9429"/>
                  <a:pt x="1786" y="9434"/>
                  <a:pt x="1775" y="9434"/>
                </a:cubicBezTo>
                <a:cubicBezTo>
                  <a:pt x="1766" y="9434"/>
                  <a:pt x="1757" y="9431"/>
                  <a:pt x="1750" y="9422"/>
                </a:cubicBezTo>
                <a:cubicBezTo>
                  <a:pt x="1735" y="9406"/>
                  <a:pt x="1734" y="9378"/>
                  <a:pt x="1748" y="9361"/>
                </a:cubicBezTo>
                <a:cubicBezTo>
                  <a:pt x="1851" y="9233"/>
                  <a:pt x="1963" y="9115"/>
                  <a:pt x="2083" y="9011"/>
                </a:cubicBezTo>
                <a:cubicBezTo>
                  <a:pt x="2100" y="8996"/>
                  <a:pt x="2123" y="9000"/>
                  <a:pt x="2135" y="9019"/>
                </a:cubicBezTo>
                <a:cubicBezTo>
                  <a:pt x="2147" y="9039"/>
                  <a:pt x="2144" y="9065"/>
                  <a:pt x="2128" y="9079"/>
                </a:cubicBezTo>
                <a:close/>
                <a:moveTo>
                  <a:pt x="2906" y="8621"/>
                </a:moveTo>
                <a:cubicBezTo>
                  <a:pt x="2764" y="8672"/>
                  <a:pt x="2627" y="8737"/>
                  <a:pt x="2500" y="8812"/>
                </a:cubicBezTo>
                <a:cubicBezTo>
                  <a:pt x="2494" y="8816"/>
                  <a:pt x="2488" y="8817"/>
                  <a:pt x="2483" y="8817"/>
                </a:cubicBezTo>
                <a:cubicBezTo>
                  <a:pt x="2469" y="8817"/>
                  <a:pt x="2456" y="8808"/>
                  <a:pt x="2450" y="8793"/>
                </a:cubicBezTo>
                <a:cubicBezTo>
                  <a:pt x="2440" y="8772"/>
                  <a:pt x="2448" y="8746"/>
                  <a:pt x="2466" y="8735"/>
                </a:cubicBezTo>
                <a:cubicBezTo>
                  <a:pt x="2597" y="8658"/>
                  <a:pt x="2738" y="8591"/>
                  <a:pt x="2883" y="8539"/>
                </a:cubicBezTo>
                <a:cubicBezTo>
                  <a:pt x="2903" y="8531"/>
                  <a:pt x="2924" y="8544"/>
                  <a:pt x="2931" y="8567"/>
                </a:cubicBezTo>
                <a:cubicBezTo>
                  <a:pt x="2936" y="8590"/>
                  <a:pt x="2925" y="8614"/>
                  <a:pt x="2906" y="8621"/>
                </a:cubicBezTo>
                <a:close/>
                <a:moveTo>
                  <a:pt x="3770" y="8449"/>
                </a:moveTo>
                <a:cubicBezTo>
                  <a:pt x="3619" y="8458"/>
                  <a:pt x="3472" y="8475"/>
                  <a:pt x="3333" y="8503"/>
                </a:cubicBezTo>
                <a:cubicBezTo>
                  <a:pt x="3331" y="8503"/>
                  <a:pt x="3329" y="8504"/>
                  <a:pt x="3326" y="8504"/>
                </a:cubicBezTo>
                <a:cubicBezTo>
                  <a:pt x="3308" y="8504"/>
                  <a:pt x="3292" y="8488"/>
                  <a:pt x="3289" y="8468"/>
                </a:cubicBezTo>
                <a:cubicBezTo>
                  <a:pt x="3286" y="8444"/>
                  <a:pt x="3300" y="8422"/>
                  <a:pt x="3320" y="8417"/>
                </a:cubicBezTo>
                <a:cubicBezTo>
                  <a:pt x="3462" y="8390"/>
                  <a:pt x="3613" y="8371"/>
                  <a:pt x="3767" y="8363"/>
                </a:cubicBezTo>
                <a:cubicBezTo>
                  <a:pt x="3786" y="8360"/>
                  <a:pt x="3804" y="8380"/>
                  <a:pt x="3805" y="8404"/>
                </a:cubicBezTo>
                <a:cubicBezTo>
                  <a:pt x="3807" y="8428"/>
                  <a:pt x="3791" y="8448"/>
                  <a:pt x="3770" y="8449"/>
                </a:cubicBezTo>
                <a:close/>
                <a:moveTo>
                  <a:pt x="4656" y="8512"/>
                </a:moveTo>
                <a:cubicBezTo>
                  <a:pt x="4654" y="8512"/>
                  <a:pt x="4651" y="8512"/>
                  <a:pt x="4649" y="8511"/>
                </a:cubicBezTo>
                <a:cubicBezTo>
                  <a:pt x="4509" y="8481"/>
                  <a:pt x="4362" y="8460"/>
                  <a:pt x="4212" y="8450"/>
                </a:cubicBezTo>
                <a:cubicBezTo>
                  <a:pt x="4192" y="8449"/>
                  <a:pt x="4177" y="8428"/>
                  <a:pt x="4178" y="8404"/>
                </a:cubicBezTo>
                <a:cubicBezTo>
                  <a:pt x="4178" y="8380"/>
                  <a:pt x="4196" y="8363"/>
                  <a:pt x="4217" y="8364"/>
                </a:cubicBezTo>
                <a:cubicBezTo>
                  <a:pt x="4370" y="8373"/>
                  <a:pt x="4520" y="8394"/>
                  <a:pt x="4663" y="8426"/>
                </a:cubicBezTo>
                <a:cubicBezTo>
                  <a:pt x="4683" y="8430"/>
                  <a:pt x="4697" y="8453"/>
                  <a:pt x="4693" y="8476"/>
                </a:cubicBezTo>
                <a:cubicBezTo>
                  <a:pt x="4689" y="8498"/>
                  <a:pt x="4674" y="8512"/>
                  <a:pt x="4656" y="8512"/>
                </a:cubicBezTo>
                <a:close/>
                <a:moveTo>
                  <a:pt x="5525" y="8830"/>
                </a:moveTo>
                <a:cubicBezTo>
                  <a:pt x="5518" y="8844"/>
                  <a:pt x="5505" y="8853"/>
                  <a:pt x="5492" y="8853"/>
                </a:cubicBezTo>
                <a:cubicBezTo>
                  <a:pt x="5486" y="8853"/>
                  <a:pt x="5479" y="8851"/>
                  <a:pt x="5474" y="8847"/>
                </a:cubicBezTo>
                <a:cubicBezTo>
                  <a:pt x="5347" y="8768"/>
                  <a:pt x="5212" y="8699"/>
                  <a:pt x="5072" y="8642"/>
                </a:cubicBezTo>
                <a:cubicBezTo>
                  <a:pt x="5052" y="8634"/>
                  <a:pt x="5042" y="8609"/>
                  <a:pt x="5050" y="8587"/>
                </a:cubicBezTo>
                <a:cubicBezTo>
                  <a:pt x="5056" y="8564"/>
                  <a:pt x="5078" y="8552"/>
                  <a:pt x="5097" y="8561"/>
                </a:cubicBezTo>
                <a:cubicBezTo>
                  <a:pt x="5240" y="8619"/>
                  <a:pt x="5378" y="8690"/>
                  <a:pt x="5510" y="8772"/>
                </a:cubicBezTo>
                <a:cubicBezTo>
                  <a:pt x="5528" y="8783"/>
                  <a:pt x="5535" y="8809"/>
                  <a:pt x="5525" y="8830"/>
                </a:cubicBezTo>
                <a:close/>
                <a:moveTo>
                  <a:pt x="6214" y="9477"/>
                </a:moveTo>
                <a:cubicBezTo>
                  <a:pt x="6207" y="9484"/>
                  <a:pt x="6198" y="9488"/>
                  <a:pt x="6189" y="9488"/>
                </a:cubicBezTo>
                <a:cubicBezTo>
                  <a:pt x="6178" y="9488"/>
                  <a:pt x="6169" y="9483"/>
                  <a:pt x="6161" y="9474"/>
                </a:cubicBezTo>
                <a:cubicBezTo>
                  <a:pt x="6061" y="9347"/>
                  <a:pt x="5954" y="9231"/>
                  <a:pt x="5840" y="9127"/>
                </a:cubicBezTo>
                <a:cubicBezTo>
                  <a:pt x="5824" y="9111"/>
                  <a:pt x="5821" y="9085"/>
                  <a:pt x="5834" y="9065"/>
                </a:cubicBezTo>
                <a:cubicBezTo>
                  <a:pt x="5847" y="9047"/>
                  <a:pt x="5870" y="9043"/>
                  <a:pt x="5887" y="9058"/>
                </a:cubicBezTo>
                <a:cubicBezTo>
                  <a:pt x="6003" y="9164"/>
                  <a:pt x="6114" y="9284"/>
                  <a:pt x="6216" y="9414"/>
                </a:cubicBezTo>
                <a:cubicBezTo>
                  <a:pt x="6230" y="9433"/>
                  <a:pt x="6229" y="9460"/>
                  <a:pt x="6214" y="9477"/>
                </a:cubicBezTo>
                <a:close/>
                <a:moveTo>
                  <a:pt x="6707" y="10335"/>
                </a:moveTo>
                <a:cubicBezTo>
                  <a:pt x="6701" y="10338"/>
                  <a:pt x="6695" y="10339"/>
                  <a:pt x="6690" y="10339"/>
                </a:cubicBezTo>
                <a:cubicBezTo>
                  <a:pt x="6676" y="10339"/>
                  <a:pt x="6663" y="10331"/>
                  <a:pt x="6656" y="10315"/>
                </a:cubicBezTo>
                <a:cubicBezTo>
                  <a:pt x="6588" y="10160"/>
                  <a:pt x="6514" y="10011"/>
                  <a:pt x="6434" y="9874"/>
                </a:cubicBezTo>
                <a:cubicBezTo>
                  <a:pt x="6422" y="9854"/>
                  <a:pt x="6427" y="9827"/>
                  <a:pt x="6444" y="9814"/>
                </a:cubicBezTo>
                <a:cubicBezTo>
                  <a:pt x="6461" y="9801"/>
                  <a:pt x="6485" y="9806"/>
                  <a:pt x="6496" y="9826"/>
                </a:cubicBezTo>
                <a:cubicBezTo>
                  <a:pt x="6578" y="9966"/>
                  <a:pt x="6655" y="10117"/>
                  <a:pt x="6724" y="10276"/>
                </a:cubicBezTo>
                <a:cubicBezTo>
                  <a:pt x="6733" y="10298"/>
                  <a:pt x="6725" y="10324"/>
                  <a:pt x="6707" y="10335"/>
                </a:cubicBezTo>
                <a:close/>
                <a:moveTo>
                  <a:pt x="7014" y="11304"/>
                </a:moveTo>
                <a:cubicBezTo>
                  <a:pt x="7011" y="11305"/>
                  <a:pt x="7007" y="11305"/>
                  <a:pt x="7004" y="11305"/>
                </a:cubicBezTo>
                <a:cubicBezTo>
                  <a:pt x="6988" y="11305"/>
                  <a:pt x="6973" y="11292"/>
                  <a:pt x="6968" y="11273"/>
                </a:cubicBezTo>
                <a:cubicBezTo>
                  <a:pt x="6929" y="11106"/>
                  <a:pt x="6884" y="10941"/>
                  <a:pt x="6833" y="10785"/>
                </a:cubicBezTo>
                <a:cubicBezTo>
                  <a:pt x="6826" y="10763"/>
                  <a:pt x="6836" y="10738"/>
                  <a:pt x="6855" y="10729"/>
                </a:cubicBezTo>
                <a:cubicBezTo>
                  <a:pt x="6874" y="10720"/>
                  <a:pt x="6895" y="10732"/>
                  <a:pt x="6903" y="10754"/>
                </a:cubicBezTo>
                <a:cubicBezTo>
                  <a:pt x="6954" y="10913"/>
                  <a:pt x="7000" y="11080"/>
                  <a:pt x="7040" y="11251"/>
                </a:cubicBezTo>
                <a:cubicBezTo>
                  <a:pt x="7046" y="11274"/>
                  <a:pt x="7034" y="11298"/>
                  <a:pt x="7014" y="11304"/>
                </a:cubicBezTo>
                <a:close/>
                <a:moveTo>
                  <a:pt x="7167" y="12323"/>
                </a:moveTo>
                <a:cubicBezTo>
                  <a:pt x="7165" y="12323"/>
                  <a:pt x="7163" y="12323"/>
                  <a:pt x="7161" y="12323"/>
                </a:cubicBezTo>
                <a:cubicBezTo>
                  <a:pt x="7143" y="12323"/>
                  <a:pt x="7127" y="12307"/>
                  <a:pt x="7124" y="12285"/>
                </a:cubicBezTo>
                <a:cubicBezTo>
                  <a:pt x="7117" y="12230"/>
                  <a:pt x="7111" y="12174"/>
                  <a:pt x="7105" y="12118"/>
                </a:cubicBezTo>
                <a:cubicBezTo>
                  <a:pt x="7095" y="12006"/>
                  <a:pt x="7081" y="11891"/>
                  <a:pt x="7063" y="11773"/>
                </a:cubicBezTo>
                <a:cubicBezTo>
                  <a:pt x="7059" y="11749"/>
                  <a:pt x="7073" y="11727"/>
                  <a:pt x="7093" y="11723"/>
                </a:cubicBezTo>
                <a:cubicBezTo>
                  <a:pt x="7114" y="11718"/>
                  <a:pt x="7133" y="11735"/>
                  <a:pt x="7136" y="11758"/>
                </a:cubicBezTo>
                <a:cubicBezTo>
                  <a:pt x="7154" y="11877"/>
                  <a:pt x="7169" y="11995"/>
                  <a:pt x="7179" y="12108"/>
                </a:cubicBezTo>
                <a:cubicBezTo>
                  <a:pt x="7184" y="12163"/>
                  <a:pt x="7190" y="12218"/>
                  <a:pt x="7197" y="12271"/>
                </a:cubicBezTo>
                <a:cubicBezTo>
                  <a:pt x="7202" y="12296"/>
                  <a:pt x="7187" y="12319"/>
                  <a:pt x="7167" y="12323"/>
                </a:cubicBezTo>
                <a:close/>
                <a:moveTo>
                  <a:pt x="7442" y="13302"/>
                </a:moveTo>
                <a:cubicBezTo>
                  <a:pt x="7438" y="13306"/>
                  <a:pt x="7432" y="13307"/>
                  <a:pt x="7426" y="13307"/>
                </a:cubicBezTo>
                <a:cubicBezTo>
                  <a:pt x="7412" y="13307"/>
                  <a:pt x="7399" y="13298"/>
                  <a:pt x="7392" y="13281"/>
                </a:cubicBezTo>
                <a:cubicBezTo>
                  <a:pt x="7340" y="13150"/>
                  <a:pt x="7291" y="13013"/>
                  <a:pt x="7249" y="12875"/>
                </a:cubicBezTo>
                <a:cubicBezTo>
                  <a:pt x="7241" y="12849"/>
                  <a:pt x="7233" y="12823"/>
                  <a:pt x="7226" y="12797"/>
                </a:cubicBezTo>
                <a:cubicBezTo>
                  <a:pt x="7220" y="12774"/>
                  <a:pt x="7231" y="12750"/>
                  <a:pt x="7251" y="12742"/>
                </a:cubicBezTo>
                <a:cubicBezTo>
                  <a:pt x="7271" y="12734"/>
                  <a:pt x="7291" y="12747"/>
                  <a:pt x="7298" y="12770"/>
                </a:cubicBezTo>
                <a:cubicBezTo>
                  <a:pt x="7305" y="12795"/>
                  <a:pt x="7312" y="12822"/>
                  <a:pt x="7321" y="12847"/>
                </a:cubicBezTo>
                <a:cubicBezTo>
                  <a:pt x="7362" y="12983"/>
                  <a:pt x="7409" y="13116"/>
                  <a:pt x="7461" y="13245"/>
                </a:cubicBezTo>
                <a:cubicBezTo>
                  <a:pt x="7469" y="13266"/>
                  <a:pt x="7460" y="13292"/>
                  <a:pt x="7442" y="13302"/>
                </a:cubicBezTo>
                <a:close/>
                <a:moveTo>
                  <a:pt x="7927" y="14166"/>
                </a:moveTo>
                <a:cubicBezTo>
                  <a:pt x="7921" y="14172"/>
                  <a:pt x="7911" y="14176"/>
                  <a:pt x="7903" y="14176"/>
                </a:cubicBezTo>
                <a:cubicBezTo>
                  <a:pt x="7892" y="14176"/>
                  <a:pt x="7882" y="14170"/>
                  <a:pt x="7874" y="14160"/>
                </a:cubicBezTo>
                <a:cubicBezTo>
                  <a:pt x="7779" y="14030"/>
                  <a:pt x="7690" y="13889"/>
                  <a:pt x="7608" y="13739"/>
                </a:cubicBezTo>
                <a:cubicBezTo>
                  <a:pt x="7596" y="13719"/>
                  <a:pt x="7602" y="13692"/>
                  <a:pt x="7619" y="13679"/>
                </a:cubicBezTo>
                <a:cubicBezTo>
                  <a:pt x="7636" y="13666"/>
                  <a:pt x="7660" y="13672"/>
                  <a:pt x="7671" y="13692"/>
                </a:cubicBezTo>
                <a:cubicBezTo>
                  <a:pt x="7750" y="13839"/>
                  <a:pt x="7838" y="13977"/>
                  <a:pt x="7931" y="14103"/>
                </a:cubicBezTo>
                <a:cubicBezTo>
                  <a:pt x="7944" y="14123"/>
                  <a:pt x="7942" y="14151"/>
                  <a:pt x="7927" y="14166"/>
                </a:cubicBezTo>
                <a:close/>
                <a:moveTo>
                  <a:pt x="8608" y="14826"/>
                </a:moveTo>
                <a:cubicBezTo>
                  <a:pt x="8602" y="14839"/>
                  <a:pt x="8588" y="14847"/>
                  <a:pt x="8576" y="14847"/>
                </a:cubicBezTo>
                <a:cubicBezTo>
                  <a:pt x="8570" y="14847"/>
                  <a:pt x="8563" y="14845"/>
                  <a:pt x="8557" y="14840"/>
                </a:cubicBezTo>
                <a:cubicBezTo>
                  <a:pt x="8430" y="14750"/>
                  <a:pt x="8306" y="14647"/>
                  <a:pt x="8192" y="14533"/>
                </a:cubicBezTo>
                <a:cubicBezTo>
                  <a:pt x="8176" y="14517"/>
                  <a:pt x="8175" y="14490"/>
                  <a:pt x="8188" y="14471"/>
                </a:cubicBezTo>
                <a:cubicBezTo>
                  <a:pt x="8201" y="14453"/>
                  <a:pt x="8225" y="14452"/>
                  <a:pt x="8241" y="14467"/>
                </a:cubicBezTo>
                <a:cubicBezTo>
                  <a:pt x="8352" y="14579"/>
                  <a:pt x="8471" y="14678"/>
                  <a:pt x="8596" y="14766"/>
                </a:cubicBezTo>
                <a:cubicBezTo>
                  <a:pt x="8613" y="14779"/>
                  <a:pt x="8619" y="14805"/>
                  <a:pt x="8608" y="14826"/>
                </a:cubicBezTo>
                <a:close/>
                <a:moveTo>
                  <a:pt x="9438" y="15189"/>
                </a:moveTo>
                <a:cubicBezTo>
                  <a:pt x="9434" y="15210"/>
                  <a:pt x="9419" y="15223"/>
                  <a:pt x="9401" y="15223"/>
                </a:cubicBezTo>
                <a:cubicBezTo>
                  <a:pt x="9398" y="15223"/>
                  <a:pt x="9395" y="15223"/>
                  <a:pt x="9393" y="15222"/>
                </a:cubicBezTo>
                <a:cubicBezTo>
                  <a:pt x="9244" y="15185"/>
                  <a:pt x="9100" y="15133"/>
                  <a:pt x="8962" y="15071"/>
                </a:cubicBezTo>
                <a:cubicBezTo>
                  <a:pt x="8943" y="15062"/>
                  <a:pt x="8933" y="15037"/>
                  <a:pt x="8941" y="15015"/>
                </a:cubicBezTo>
                <a:cubicBezTo>
                  <a:pt x="8948" y="14993"/>
                  <a:pt x="8970" y="14982"/>
                  <a:pt x="8989" y="14991"/>
                </a:cubicBezTo>
                <a:cubicBezTo>
                  <a:pt x="9123" y="15052"/>
                  <a:pt x="9264" y="15102"/>
                  <a:pt x="9409" y="15138"/>
                </a:cubicBezTo>
                <a:cubicBezTo>
                  <a:pt x="9429" y="15142"/>
                  <a:pt x="9442" y="15165"/>
                  <a:pt x="9438" y="15189"/>
                </a:cubicBezTo>
                <a:close/>
                <a:moveTo>
                  <a:pt x="10289" y="15303"/>
                </a:moveTo>
                <a:cubicBezTo>
                  <a:pt x="10228" y="15306"/>
                  <a:pt x="10167" y="15306"/>
                  <a:pt x="10105" y="15308"/>
                </a:cubicBezTo>
                <a:cubicBezTo>
                  <a:pt x="10015" y="15308"/>
                  <a:pt x="9926" y="15304"/>
                  <a:pt x="9839" y="15297"/>
                </a:cubicBezTo>
                <a:cubicBezTo>
                  <a:pt x="9818" y="15294"/>
                  <a:pt x="9803" y="15274"/>
                  <a:pt x="9804" y="15251"/>
                </a:cubicBezTo>
                <a:cubicBezTo>
                  <a:pt x="9806" y="15227"/>
                  <a:pt x="9824" y="15209"/>
                  <a:pt x="9844" y="15210"/>
                </a:cubicBezTo>
                <a:cubicBezTo>
                  <a:pt x="9929" y="15218"/>
                  <a:pt x="10017" y="15221"/>
                  <a:pt x="10104" y="15221"/>
                </a:cubicBezTo>
                <a:cubicBezTo>
                  <a:pt x="10105" y="15221"/>
                  <a:pt x="10105" y="15221"/>
                  <a:pt x="10106" y="15221"/>
                </a:cubicBezTo>
                <a:cubicBezTo>
                  <a:pt x="10167" y="15221"/>
                  <a:pt x="10227" y="15220"/>
                  <a:pt x="10285" y="15217"/>
                </a:cubicBezTo>
                <a:cubicBezTo>
                  <a:pt x="10306" y="15216"/>
                  <a:pt x="10323" y="15234"/>
                  <a:pt x="10324" y="15258"/>
                </a:cubicBezTo>
                <a:cubicBezTo>
                  <a:pt x="10326" y="15281"/>
                  <a:pt x="10310" y="15302"/>
                  <a:pt x="10289" y="15303"/>
                </a:cubicBezTo>
                <a:close/>
                <a:moveTo>
                  <a:pt x="11172" y="15119"/>
                </a:moveTo>
                <a:cubicBezTo>
                  <a:pt x="11034" y="15173"/>
                  <a:pt x="10887" y="15217"/>
                  <a:pt x="10736" y="15247"/>
                </a:cubicBezTo>
                <a:cubicBezTo>
                  <a:pt x="10734" y="15247"/>
                  <a:pt x="10731" y="15248"/>
                  <a:pt x="10729" y="15248"/>
                </a:cubicBezTo>
                <a:cubicBezTo>
                  <a:pt x="10711" y="15248"/>
                  <a:pt x="10695" y="15233"/>
                  <a:pt x="10692" y="15212"/>
                </a:cubicBezTo>
                <a:cubicBezTo>
                  <a:pt x="10689" y="15188"/>
                  <a:pt x="10703" y="15166"/>
                  <a:pt x="10723" y="15162"/>
                </a:cubicBezTo>
                <a:cubicBezTo>
                  <a:pt x="10870" y="15132"/>
                  <a:pt x="11014" y="15091"/>
                  <a:pt x="11149" y="15037"/>
                </a:cubicBezTo>
                <a:cubicBezTo>
                  <a:pt x="11168" y="15029"/>
                  <a:pt x="11189" y="15042"/>
                  <a:pt x="11196" y="15065"/>
                </a:cubicBezTo>
                <a:cubicBezTo>
                  <a:pt x="11202" y="15087"/>
                  <a:pt x="11192" y="15113"/>
                  <a:pt x="11172" y="15119"/>
                </a:cubicBezTo>
                <a:close/>
                <a:moveTo>
                  <a:pt x="11960" y="14618"/>
                </a:moveTo>
                <a:cubicBezTo>
                  <a:pt x="11844" y="14728"/>
                  <a:pt x="11718" y="14827"/>
                  <a:pt x="11586" y="14911"/>
                </a:cubicBezTo>
                <a:cubicBezTo>
                  <a:pt x="11580" y="14915"/>
                  <a:pt x="11574" y="14917"/>
                  <a:pt x="11568" y="14917"/>
                </a:cubicBezTo>
                <a:cubicBezTo>
                  <a:pt x="11555" y="14917"/>
                  <a:pt x="11542" y="14909"/>
                  <a:pt x="11535" y="14894"/>
                </a:cubicBezTo>
                <a:cubicBezTo>
                  <a:pt x="11525" y="14873"/>
                  <a:pt x="11532" y="14847"/>
                  <a:pt x="11550" y="14835"/>
                </a:cubicBezTo>
                <a:cubicBezTo>
                  <a:pt x="11679" y="14754"/>
                  <a:pt x="11800" y="14657"/>
                  <a:pt x="11913" y="14551"/>
                </a:cubicBezTo>
                <a:cubicBezTo>
                  <a:pt x="11929" y="14536"/>
                  <a:pt x="11953" y="14539"/>
                  <a:pt x="11966" y="14557"/>
                </a:cubicBezTo>
                <a:cubicBezTo>
                  <a:pt x="11979" y="14575"/>
                  <a:pt x="11976" y="14603"/>
                  <a:pt x="11960" y="14618"/>
                </a:cubicBezTo>
                <a:close/>
                <a:moveTo>
                  <a:pt x="12542" y="13822"/>
                </a:moveTo>
                <a:cubicBezTo>
                  <a:pt x="12464" y="13975"/>
                  <a:pt x="12377" y="14119"/>
                  <a:pt x="12281" y="14249"/>
                </a:cubicBezTo>
                <a:cubicBezTo>
                  <a:pt x="12274" y="14259"/>
                  <a:pt x="12263" y="14264"/>
                  <a:pt x="12253" y="14264"/>
                </a:cubicBezTo>
                <a:cubicBezTo>
                  <a:pt x="12244" y="14264"/>
                  <a:pt x="12236" y="14261"/>
                  <a:pt x="12229" y="14255"/>
                </a:cubicBezTo>
                <a:cubicBezTo>
                  <a:pt x="12213" y="14239"/>
                  <a:pt x="12211" y="14212"/>
                  <a:pt x="12225" y="14193"/>
                </a:cubicBezTo>
                <a:cubicBezTo>
                  <a:pt x="12317" y="14066"/>
                  <a:pt x="12402" y="13926"/>
                  <a:pt x="12478" y="13777"/>
                </a:cubicBezTo>
                <a:cubicBezTo>
                  <a:pt x="12488" y="13757"/>
                  <a:pt x="12511" y="13750"/>
                  <a:pt x="12529" y="13762"/>
                </a:cubicBezTo>
                <a:cubicBezTo>
                  <a:pt x="12547" y="13775"/>
                  <a:pt x="12552" y="13801"/>
                  <a:pt x="12542" y="13822"/>
                </a:cubicBezTo>
                <a:close/>
                <a:moveTo>
                  <a:pt x="12885" y="12858"/>
                </a:moveTo>
                <a:cubicBezTo>
                  <a:pt x="12845" y="13029"/>
                  <a:pt x="12797" y="13196"/>
                  <a:pt x="12742" y="13353"/>
                </a:cubicBezTo>
                <a:cubicBezTo>
                  <a:pt x="12737" y="13369"/>
                  <a:pt x="12722" y="13380"/>
                  <a:pt x="12707" y="13380"/>
                </a:cubicBezTo>
                <a:cubicBezTo>
                  <a:pt x="12703" y="13380"/>
                  <a:pt x="12698" y="13379"/>
                  <a:pt x="12693" y="13377"/>
                </a:cubicBezTo>
                <a:cubicBezTo>
                  <a:pt x="12674" y="13368"/>
                  <a:pt x="12665" y="13343"/>
                  <a:pt x="12672" y="13320"/>
                </a:cubicBezTo>
                <a:cubicBezTo>
                  <a:pt x="12727" y="13165"/>
                  <a:pt x="12774" y="13002"/>
                  <a:pt x="12812" y="12835"/>
                </a:cubicBezTo>
                <a:cubicBezTo>
                  <a:pt x="12818" y="12812"/>
                  <a:pt x="12839" y="12798"/>
                  <a:pt x="12858" y="12804"/>
                </a:cubicBezTo>
                <a:cubicBezTo>
                  <a:pt x="12878" y="12812"/>
                  <a:pt x="12891" y="12835"/>
                  <a:pt x="12885" y="12858"/>
                </a:cubicBezTo>
                <a:close/>
                <a:moveTo>
                  <a:pt x="13009" y="11848"/>
                </a:moveTo>
                <a:cubicBezTo>
                  <a:pt x="13009" y="11993"/>
                  <a:pt x="12996" y="12171"/>
                  <a:pt x="12976" y="12346"/>
                </a:cubicBezTo>
                <a:cubicBezTo>
                  <a:pt x="12973" y="12368"/>
                  <a:pt x="12957" y="12383"/>
                  <a:pt x="12939" y="12383"/>
                </a:cubicBezTo>
                <a:cubicBezTo>
                  <a:pt x="12937" y="12383"/>
                  <a:pt x="12935" y="12383"/>
                  <a:pt x="12933" y="12383"/>
                </a:cubicBezTo>
                <a:cubicBezTo>
                  <a:pt x="12912" y="12380"/>
                  <a:pt x="12898" y="12358"/>
                  <a:pt x="12901" y="12334"/>
                </a:cubicBezTo>
                <a:cubicBezTo>
                  <a:pt x="12922" y="12162"/>
                  <a:pt x="12934" y="11990"/>
                  <a:pt x="12934" y="11848"/>
                </a:cubicBezTo>
                <a:lnTo>
                  <a:pt x="12934" y="11825"/>
                </a:lnTo>
                <a:lnTo>
                  <a:pt x="13009" y="11824"/>
                </a:lnTo>
                <a:lnTo>
                  <a:pt x="13009" y="11848"/>
                </a:lnTo>
                <a:close/>
                <a:moveTo>
                  <a:pt x="12836" y="10761"/>
                </a:moveTo>
                <a:cubicBezTo>
                  <a:pt x="12856" y="10754"/>
                  <a:pt x="12876" y="10768"/>
                  <a:pt x="12881" y="10791"/>
                </a:cubicBezTo>
                <a:cubicBezTo>
                  <a:pt x="12919" y="10959"/>
                  <a:pt x="12950" y="11131"/>
                  <a:pt x="12971" y="11303"/>
                </a:cubicBezTo>
                <a:cubicBezTo>
                  <a:pt x="12974" y="11327"/>
                  <a:pt x="12960" y="11348"/>
                  <a:pt x="12940" y="11352"/>
                </a:cubicBezTo>
                <a:cubicBezTo>
                  <a:pt x="12938" y="11352"/>
                  <a:pt x="12936" y="11352"/>
                  <a:pt x="12934" y="11352"/>
                </a:cubicBezTo>
                <a:cubicBezTo>
                  <a:pt x="12916" y="11352"/>
                  <a:pt x="12900" y="11336"/>
                  <a:pt x="12897" y="11315"/>
                </a:cubicBezTo>
                <a:cubicBezTo>
                  <a:pt x="12876" y="11145"/>
                  <a:pt x="12846" y="10976"/>
                  <a:pt x="12808" y="10813"/>
                </a:cubicBezTo>
                <a:cubicBezTo>
                  <a:pt x="12804" y="10790"/>
                  <a:pt x="12816" y="10766"/>
                  <a:pt x="12836" y="10761"/>
                </a:cubicBezTo>
                <a:close/>
                <a:moveTo>
                  <a:pt x="12490" y="9811"/>
                </a:moveTo>
                <a:cubicBezTo>
                  <a:pt x="12508" y="9799"/>
                  <a:pt x="12531" y="9805"/>
                  <a:pt x="12541" y="9826"/>
                </a:cubicBezTo>
                <a:cubicBezTo>
                  <a:pt x="12615" y="9973"/>
                  <a:pt x="12682" y="10131"/>
                  <a:pt x="12739" y="10296"/>
                </a:cubicBezTo>
                <a:cubicBezTo>
                  <a:pt x="12747" y="10317"/>
                  <a:pt x="12738" y="10343"/>
                  <a:pt x="12719" y="10352"/>
                </a:cubicBezTo>
                <a:cubicBezTo>
                  <a:pt x="12714" y="10355"/>
                  <a:pt x="12709" y="10356"/>
                  <a:pt x="12705" y="10356"/>
                </a:cubicBezTo>
                <a:cubicBezTo>
                  <a:pt x="12689" y="10356"/>
                  <a:pt x="12676" y="10346"/>
                  <a:pt x="12670" y="10328"/>
                </a:cubicBezTo>
                <a:cubicBezTo>
                  <a:pt x="12614" y="10167"/>
                  <a:pt x="12549" y="10013"/>
                  <a:pt x="12476" y="9870"/>
                </a:cubicBezTo>
                <a:cubicBezTo>
                  <a:pt x="12466" y="9849"/>
                  <a:pt x="12472" y="9823"/>
                  <a:pt x="12490" y="9811"/>
                </a:cubicBezTo>
                <a:close/>
                <a:moveTo>
                  <a:pt x="11916" y="9027"/>
                </a:moveTo>
                <a:cubicBezTo>
                  <a:pt x="11929" y="9008"/>
                  <a:pt x="11953" y="9006"/>
                  <a:pt x="11969" y="9023"/>
                </a:cubicBezTo>
                <a:cubicBezTo>
                  <a:pt x="12082" y="9135"/>
                  <a:pt x="12188" y="9261"/>
                  <a:pt x="12284" y="9397"/>
                </a:cubicBezTo>
                <a:cubicBezTo>
                  <a:pt x="12297" y="9416"/>
                  <a:pt x="12295" y="9443"/>
                  <a:pt x="12279" y="9458"/>
                </a:cubicBezTo>
                <a:cubicBezTo>
                  <a:pt x="12273" y="9465"/>
                  <a:pt x="12264" y="9468"/>
                  <a:pt x="12256" y="9468"/>
                </a:cubicBezTo>
                <a:cubicBezTo>
                  <a:pt x="12245" y="9468"/>
                  <a:pt x="12234" y="9463"/>
                  <a:pt x="12227" y="9453"/>
                </a:cubicBezTo>
                <a:cubicBezTo>
                  <a:pt x="12133" y="9321"/>
                  <a:pt x="12030" y="9199"/>
                  <a:pt x="11919" y="9089"/>
                </a:cubicBezTo>
                <a:cubicBezTo>
                  <a:pt x="11904" y="9073"/>
                  <a:pt x="11902" y="9046"/>
                  <a:pt x="11916" y="9027"/>
                </a:cubicBezTo>
                <a:close/>
                <a:moveTo>
                  <a:pt x="11147" y="8517"/>
                </a:moveTo>
                <a:cubicBezTo>
                  <a:pt x="11154" y="8495"/>
                  <a:pt x="11176" y="8483"/>
                  <a:pt x="11195" y="8492"/>
                </a:cubicBezTo>
                <a:cubicBezTo>
                  <a:pt x="11338" y="8555"/>
                  <a:pt x="11474" y="8632"/>
                  <a:pt x="11601" y="8718"/>
                </a:cubicBezTo>
                <a:cubicBezTo>
                  <a:pt x="11619" y="8730"/>
                  <a:pt x="11625" y="8757"/>
                  <a:pt x="11614" y="8777"/>
                </a:cubicBezTo>
                <a:cubicBezTo>
                  <a:pt x="11608" y="8792"/>
                  <a:pt x="11595" y="8798"/>
                  <a:pt x="11582" y="8798"/>
                </a:cubicBezTo>
                <a:cubicBezTo>
                  <a:pt x="11576" y="8798"/>
                  <a:pt x="11569" y="8796"/>
                  <a:pt x="11563" y="8793"/>
                </a:cubicBezTo>
                <a:cubicBezTo>
                  <a:pt x="11440" y="8708"/>
                  <a:pt x="11306" y="8634"/>
                  <a:pt x="11168" y="8573"/>
                </a:cubicBezTo>
                <a:cubicBezTo>
                  <a:pt x="11150" y="8564"/>
                  <a:pt x="11139" y="8539"/>
                  <a:pt x="11147" y="8517"/>
                </a:cubicBezTo>
                <a:close/>
                <a:moveTo>
                  <a:pt x="10320" y="8259"/>
                </a:moveTo>
                <a:cubicBezTo>
                  <a:pt x="10473" y="8276"/>
                  <a:pt x="10622" y="8303"/>
                  <a:pt x="10764" y="8341"/>
                </a:cubicBezTo>
                <a:cubicBezTo>
                  <a:pt x="10784" y="8346"/>
                  <a:pt x="10797" y="8369"/>
                  <a:pt x="10792" y="8392"/>
                </a:cubicBezTo>
                <a:cubicBezTo>
                  <a:pt x="10789" y="8412"/>
                  <a:pt x="10774" y="8426"/>
                  <a:pt x="10756" y="8426"/>
                </a:cubicBezTo>
                <a:cubicBezTo>
                  <a:pt x="10753" y="8426"/>
                  <a:pt x="10750" y="8426"/>
                  <a:pt x="10747" y="8425"/>
                </a:cubicBezTo>
                <a:cubicBezTo>
                  <a:pt x="10609" y="8389"/>
                  <a:pt x="10463" y="8361"/>
                  <a:pt x="10313" y="8344"/>
                </a:cubicBezTo>
                <a:cubicBezTo>
                  <a:pt x="10292" y="8342"/>
                  <a:pt x="10277" y="8320"/>
                  <a:pt x="10279" y="8297"/>
                </a:cubicBezTo>
                <a:cubicBezTo>
                  <a:pt x="10281" y="8274"/>
                  <a:pt x="10300" y="8257"/>
                  <a:pt x="10320" y="8259"/>
                </a:cubicBezTo>
                <a:close/>
                <a:moveTo>
                  <a:pt x="7015" y="3909"/>
                </a:moveTo>
                <a:cubicBezTo>
                  <a:pt x="7048" y="3731"/>
                  <a:pt x="7093" y="3563"/>
                  <a:pt x="7151" y="3409"/>
                </a:cubicBezTo>
                <a:cubicBezTo>
                  <a:pt x="7159" y="3387"/>
                  <a:pt x="7181" y="3376"/>
                  <a:pt x="7200" y="3386"/>
                </a:cubicBezTo>
                <a:cubicBezTo>
                  <a:pt x="7219" y="3395"/>
                  <a:pt x="7227" y="3421"/>
                  <a:pt x="7220" y="3443"/>
                </a:cubicBezTo>
                <a:cubicBezTo>
                  <a:pt x="7164" y="3592"/>
                  <a:pt x="7120" y="3756"/>
                  <a:pt x="7089" y="3926"/>
                </a:cubicBezTo>
                <a:cubicBezTo>
                  <a:pt x="7085" y="3947"/>
                  <a:pt x="7070" y="3960"/>
                  <a:pt x="7052" y="3960"/>
                </a:cubicBezTo>
                <a:cubicBezTo>
                  <a:pt x="7049" y="3960"/>
                  <a:pt x="7048" y="3960"/>
                  <a:pt x="7045" y="3959"/>
                </a:cubicBezTo>
                <a:cubicBezTo>
                  <a:pt x="7024" y="3956"/>
                  <a:pt x="7011" y="3933"/>
                  <a:pt x="7015" y="3909"/>
                </a:cubicBezTo>
                <a:close/>
                <a:moveTo>
                  <a:pt x="7012" y="4989"/>
                </a:moveTo>
                <a:cubicBezTo>
                  <a:pt x="7011" y="4989"/>
                  <a:pt x="7009" y="4989"/>
                  <a:pt x="7008" y="4989"/>
                </a:cubicBezTo>
                <a:cubicBezTo>
                  <a:pt x="6989" y="4989"/>
                  <a:pt x="6973" y="4973"/>
                  <a:pt x="6971" y="4950"/>
                </a:cubicBezTo>
                <a:cubicBezTo>
                  <a:pt x="6962" y="4829"/>
                  <a:pt x="6956" y="4709"/>
                  <a:pt x="6956" y="4591"/>
                </a:cubicBezTo>
                <a:cubicBezTo>
                  <a:pt x="6956" y="4536"/>
                  <a:pt x="6957" y="4481"/>
                  <a:pt x="6959" y="4428"/>
                </a:cubicBezTo>
                <a:cubicBezTo>
                  <a:pt x="6960" y="4404"/>
                  <a:pt x="6978" y="4385"/>
                  <a:pt x="6998" y="4386"/>
                </a:cubicBezTo>
                <a:cubicBezTo>
                  <a:pt x="7018" y="4387"/>
                  <a:pt x="7034" y="4407"/>
                  <a:pt x="7033" y="4431"/>
                </a:cubicBezTo>
                <a:cubicBezTo>
                  <a:pt x="7032" y="4483"/>
                  <a:pt x="7031" y="4537"/>
                  <a:pt x="7031" y="4591"/>
                </a:cubicBezTo>
                <a:cubicBezTo>
                  <a:pt x="7031" y="4706"/>
                  <a:pt x="7035" y="4824"/>
                  <a:pt x="7045" y="4941"/>
                </a:cubicBezTo>
                <a:cubicBezTo>
                  <a:pt x="7048" y="4966"/>
                  <a:pt x="7032" y="4987"/>
                  <a:pt x="7012" y="4989"/>
                </a:cubicBezTo>
                <a:close/>
                <a:moveTo>
                  <a:pt x="7217" y="5993"/>
                </a:moveTo>
                <a:cubicBezTo>
                  <a:pt x="7213" y="5995"/>
                  <a:pt x="7208" y="5995"/>
                  <a:pt x="7204" y="5995"/>
                </a:cubicBezTo>
                <a:cubicBezTo>
                  <a:pt x="7189" y="5995"/>
                  <a:pt x="7175" y="5984"/>
                  <a:pt x="7169" y="5967"/>
                </a:cubicBezTo>
                <a:cubicBezTo>
                  <a:pt x="7118" y="5803"/>
                  <a:pt x="7076" y="5635"/>
                  <a:pt x="7043" y="5466"/>
                </a:cubicBezTo>
                <a:cubicBezTo>
                  <a:pt x="7038" y="5443"/>
                  <a:pt x="7051" y="5420"/>
                  <a:pt x="7071" y="5415"/>
                </a:cubicBezTo>
                <a:cubicBezTo>
                  <a:pt x="7091" y="5409"/>
                  <a:pt x="7111" y="5425"/>
                  <a:pt x="7116" y="5448"/>
                </a:cubicBezTo>
                <a:cubicBezTo>
                  <a:pt x="7148" y="5613"/>
                  <a:pt x="7189" y="5778"/>
                  <a:pt x="7239" y="5938"/>
                </a:cubicBezTo>
                <a:cubicBezTo>
                  <a:pt x="7246" y="5960"/>
                  <a:pt x="7237" y="5984"/>
                  <a:pt x="7217" y="5993"/>
                </a:cubicBezTo>
                <a:close/>
                <a:moveTo>
                  <a:pt x="7632" y="6905"/>
                </a:moveTo>
                <a:cubicBezTo>
                  <a:pt x="7626" y="6910"/>
                  <a:pt x="7618" y="6912"/>
                  <a:pt x="7612" y="6912"/>
                </a:cubicBezTo>
                <a:cubicBezTo>
                  <a:pt x="7599" y="6912"/>
                  <a:pt x="7588" y="6906"/>
                  <a:pt x="7580" y="6894"/>
                </a:cubicBezTo>
                <a:cubicBezTo>
                  <a:pt x="7496" y="6752"/>
                  <a:pt x="7418" y="6601"/>
                  <a:pt x="7349" y="6446"/>
                </a:cubicBezTo>
                <a:cubicBezTo>
                  <a:pt x="7340" y="6425"/>
                  <a:pt x="7347" y="6399"/>
                  <a:pt x="7365" y="6388"/>
                </a:cubicBezTo>
                <a:cubicBezTo>
                  <a:pt x="7383" y="6377"/>
                  <a:pt x="7406" y="6386"/>
                  <a:pt x="7415" y="6407"/>
                </a:cubicBezTo>
                <a:cubicBezTo>
                  <a:pt x="7483" y="6560"/>
                  <a:pt x="7559" y="6706"/>
                  <a:pt x="7642" y="6844"/>
                </a:cubicBezTo>
                <a:cubicBezTo>
                  <a:pt x="7653" y="6864"/>
                  <a:pt x="7649" y="6890"/>
                  <a:pt x="7632" y="6905"/>
                </a:cubicBezTo>
                <a:close/>
                <a:moveTo>
                  <a:pt x="7698" y="2590"/>
                </a:moveTo>
                <a:cubicBezTo>
                  <a:pt x="7607" y="2717"/>
                  <a:pt x="7518" y="2855"/>
                  <a:pt x="7434" y="3000"/>
                </a:cubicBezTo>
                <a:cubicBezTo>
                  <a:pt x="7426" y="3012"/>
                  <a:pt x="7415" y="3019"/>
                  <a:pt x="7403" y="3019"/>
                </a:cubicBezTo>
                <a:cubicBezTo>
                  <a:pt x="7395" y="3019"/>
                  <a:pt x="7389" y="3017"/>
                  <a:pt x="7382" y="3011"/>
                </a:cubicBezTo>
                <a:cubicBezTo>
                  <a:pt x="7365" y="2998"/>
                  <a:pt x="7360" y="2971"/>
                  <a:pt x="7372" y="2951"/>
                </a:cubicBezTo>
                <a:cubicBezTo>
                  <a:pt x="7458" y="2803"/>
                  <a:pt x="7547" y="2663"/>
                  <a:pt x="7640" y="2534"/>
                </a:cubicBezTo>
                <a:cubicBezTo>
                  <a:pt x="7653" y="2515"/>
                  <a:pt x="7677" y="2513"/>
                  <a:pt x="7693" y="2529"/>
                </a:cubicBezTo>
                <a:cubicBezTo>
                  <a:pt x="7709" y="2544"/>
                  <a:pt x="7711" y="2571"/>
                  <a:pt x="7698" y="2590"/>
                </a:cubicBezTo>
                <a:close/>
                <a:moveTo>
                  <a:pt x="9435" y="8194"/>
                </a:moveTo>
                <a:cubicBezTo>
                  <a:pt x="9577" y="8220"/>
                  <a:pt x="9724" y="8234"/>
                  <a:pt x="9872" y="8234"/>
                </a:cubicBezTo>
                <a:cubicBezTo>
                  <a:pt x="9893" y="8234"/>
                  <a:pt x="9909" y="8254"/>
                  <a:pt x="9909" y="8278"/>
                </a:cubicBezTo>
                <a:cubicBezTo>
                  <a:pt x="9909" y="8302"/>
                  <a:pt x="9892" y="8321"/>
                  <a:pt x="9871" y="8321"/>
                </a:cubicBezTo>
                <a:cubicBezTo>
                  <a:pt x="9871" y="8321"/>
                  <a:pt x="9871" y="8321"/>
                  <a:pt x="9871" y="8321"/>
                </a:cubicBezTo>
                <a:cubicBezTo>
                  <a:pt x="9719" y="8320"/>
                  <a:pt x="9568" y="8306"/>
                  <a:pt x="9422" y="8279"/>
                </a:cubicBezTo>
                <a:cubicBezTo>
                  <a:pt x="9401" y="8276"/>
                  <a:pt x="9388" y="8253"/>
                  <a:pt x="9390" y="8230"/>
                </a:cubicBezTo>
                <a:cubicBezTo>
                  <a:pt x="9395" y="8206"/>
                  <a:pt x="9414" y="8190"/>
                  <a:pt x="9435" y="8194"/>
                </a:cubicBezTo>
                <a:close/>
                <a:moveTo>
                  <a:pt x="8556" y="7884"/>
                </a:moveTo>
                <a:cubicBezTo>
                  <a:pt x="8566" y="7863"/>
                  <a:pt x="8589" y="7856"/>
                  <a:pt x="8607" y="7867"/>
                </a:cubicBezTo>
                <a:cubicBezTo>
                  <a:pt x="8736" y="7948"/>
                  <a:pt x="8871" y="8017"/>
                  <a:pt x="9009" y="8071"/>
                </a:cubicBezTo>
                <a:cubicBezTo>
                  <a:pt x="9029" y="8079"/>
                  <a:pt x="9039" y="8103"/>
                  <a:pt x="9032" y="8126"/>
                </a:cubicBezTo>
                <a:cubicBezTo>
                  <a:pt x="9027" y="8144"/>
                  <a:pt x="9013" y="8156"/>
                  <a:pt x="8997" y="8156"/>
                </a:cubicBezTo>
                <a:cubicBezTo>
                  <a:pt x="8994" y="8156"/>
                  <a:pt x="8989" y="8155"/>
                  <a:pt x="8985" y="8153"/>
                </a:cubicBezTo>
                <a:cubicBezTo>
                  <a:pt x="8843" y="8098"/>
                  <a:pt x="8704" y="8027"/>
                  <a:pt x="8571" y="7943"/>
                </a:cubicBezTo>
                <a:cubicBezTo>
                  <a:pt x="8553" y="7931"/>
                  <a:pt x="8547" y="7905"/>
                  <a:pt x="8556" y="7884"/>
                </a:cubicBezTo>
                <a:close/>
                <a:moveTo>
                  <a:pt x="8241" y="7587"/>
                </a:moveTo>
                <a:cubicBezTo>
                  <a:pt x="8257" y="7601"/>
                  <a:pt x="8260" y="7628"/>
                  <a:pt x="8247" y="7648"/>
                </a:cubicBezTo>
                <a:cubicBezTo>
                  <a:pt x="8240" y="7659"/>
                  <a:pt x="8229" y="7664"/>
                  <a:pt x="8218" y="7664"/>
                </a:cubicBezTo>
                <a:cubicBezTo>
                  <a:pt x="8210" y="7664"/>
                  <a:pt x="8202" y="7661"/>
                  <a:pt x="8195" y="7655"/>
                </a:cubicBezTo>
                <a:cubicBezTo>
                  <a:pt x="8079" y="7549"/>
                  <a:pt x="7967" y="7430"/>
                  <a:pt x="7864" y="7301"/>
                </a:cubicBezTo>
                <a:cubicBezTo>
                  <a:pt x="7850" y="7283"/>
                  <a:pt x="7851" y="7256"/>
                  <a:pt x="7866" y="7240"/>
                </a:cubicBezTo>
                <a:cubicBezTo>
                  <a:pt x="7881" y="7223"/>
                  <a:pt x="7904" y="7224"/>
                  <a:pt x="7919" y="7242"/>
                </a:cubicBezTo>
                <a:cubicBezTo>
                  <a:pt x="8018" y="7368"/>
                  <a:pt x="8126" y="7484"/>
                  <a:pt x="8241" y="7587"/>
                </a:cubicBezTo>
                <a:close/>
                <a:moveTo>
                  <a:pt x="8334" y="1887"/>
                </a:moveTo>
                <a:cubicBezTo>
                  <a:pt x="8218" y="1986"/>
                  <a:pt x="8105" y="2096"/>
                  <a:pt x="7997" y="2216"/>
                </a:cubicBezTo>
                <a:cubicBezTo>
                  <a:pt x="7989" y="2223"/>
                  <a:pt x="7980" y="2228"/>
                  <a:pt x="7972" y="2228"/>
                </a:cubicBezTo>
                <a:cubicBezTo>
                  <a:pt x="7962" y="2228"/>
                  <a:pt x="7952" y="2223"/>
                  <a:pt x="7944" y="2214"/>
                </a:cubicBezTo>
                <a:cubicBezTo>
                  <a:pt x="7930" y="2197"/>
                  <a:pt x="7930" y="2170"/>
                  <a:pt x="7945" y="2153"/>
                </a:cubicBezTo>
                <a:cubicBezTo>
                  <a:pt x="8056" y="2031"/>
                  <a:pt x="8171" y="1918"/>
                  <a:pt x="8290" y="1817"/>
                </a:cubicBezTo>
                <a:cubicBezTo>
                  <a:pt x="8307" y="1803"/>
                  <a:pt x="8330" y="1807"/>
                  <a:pt x="8342" y="1827"/>
                </a:cubicBezTo>
                <a:cubicBezTo>
                  <a:pt x="8355" y="1846"/>
                  <a:pt x="8351" y="1873"/>
                  <a:pt x="8334" y="1887"/>
                </a:cubicBezTo>
                <a:close/>
                <a:moveTo>
                  <a:pt x="9111" y="1413"/>
                </a:moveTo>
                <a:cubicBezTo>
                  <a:pt x="8973" y="1468"/>
                  <a:pt x="8838" y="1537"/>
                  <a:pt x="8707" y="1616"/>
                </a:cubicBezTo>
                <a:cubicBezTo>
                  <a:pt x="8702" y="1619"/>
                  <a:pt x="8696" y="1621"/>
                  <a:pt x="8690" y="1621"/>
                </a:cubicBezTo>
                <a:cubicBezTo>
                  <a:pt x="8677" y="1621"/>
                  <a:pt x="8664" y="1612"/>
                  <a:pt x="8657" y="1598"/>
                </a:cubicBezTo>
                <a:cubicBezTo>
                  <a:pt x="8648" y="1577"/>
                  <a:pt x="8655" y="1551"/>
                  <a:pt x="8672" y="1540"/>
                </a:cubicBezTo>
                <a:cubicBezTo>
                  <a:pt x="8806" y="1459"/>
                  <a:pt x="8945" y="1389"/>
                  <a:pt x="9086" y="1332"/>
                </a:cubicBezTo>
                <a:cubicBezTo>
                  <a:pt x="9106" y="1325"/>
                  <a:pt x="9127" y="1337"/>
                  <a:pt x="9134" y="1358"/>
                </a:cubicBezTo>
                <a:cubicBezTo>
                  <a:pt x="9140" y="1380"/>
                  <a:pt x="9130" y="1406"/>
                  <a:pt x="9111" y="1413"/>
                </a:cubicBezTo>
                <a:close/>
                <a:moveTo>
                  <a:pt x="9973" y="1227"/>
                </a:moveTo>
                <a:cubicBezTo>
                  <a:pt x="9825" y="1234"/>
                  <a:pt x="9678" y="1253"/>
                  <a:pt x="9536" y="1283"/>
                </a:cubicBezTo>
                <a:cubicBezTo>
                  <a:pt x="9534" y="1283"/>
                  <a:pt x="9531" y="1284"/>
                  <a:pt x="9529" y="1284"/>
                </a:cubicBezTo>
                <a:cubicBezTo>
                  <a:pt x="9511" y="1284"/>
                  <a:pt x="9496" y="1270"/>
                  <a:pt x="9493" y="1249"/>
                </a:cubicBezTo>
                <a:cubicBezTo>
                  <a:pt x="9489" y="1226"/>
                  <a:pt x="9502" y="1203"/>
                  <a:pt x="9523" y="1199"/>
                </a:cubicBezTo>
                <a:cubicBezTo>
                  <a:pt x="9668" y="1168"/>
                  <a:pt x="9818" y="1148"/>
                  <a:pt x="9971" y="1142"/>
                </a:cubicBezTo>
                <a:cubicBezTo>
                  <a:pt x="9989" y="1140"/>
                  <a:pt x="10008" y="1159"/>
                  <a:pt x="10009" y="1183"/>
                </a:cubicBezTo>
                <a:cubicBezTo>
                  <a:pt x="10010" y="1206"/>
                  <a:pt x="9994" y="1227"/>
                  <a:pt x="9973" y="1227"/>
                </a:cubicBezTo>
                <a:close/>
                <a:moveTo>
                  <a:pt x="10886" y="1351"/>
                </a:moveTo>
                <a:cubicBezTo>
                  <a:pt x="10881" y="1369"/>
                  <a:pt x="10866" y="1381"/>
                  <a:pt x="10850" y="1381"/>
                </a:cubicBezTo>
                <a:cubicBezTo>
                  <a:pt x="10846" y="1381"/>
                  <a:pt x="10843" y="1380"/>
                  <a:pt x="10839" y="1379"/>
                </a:cubicBezTo>
                <a:cubicBezTo>
                  <a:pt x="10690" y="1326"/>
                  <a:pt x="10546" y="1285"/>
                  <a:pt x="10410" y="1258"/>
                </a:cubicBezTo>
                <a:cubicBezTo>
                  <a:pt x="10389" y="1253"/>
                  <a:pt x="10376" y="1231"/>
                  <a:pt x="10380" y="1207"/>
                </a:cubicBezTo>
                <a:cubicBezTo>
                  <a:pt x="10383" y="1183"/>
                  <a:pt x="10402" y="1168"/>
                  <a:pt x="10423" y="1172"/>
                </a:cubicBezTo>
                <a:cubicBezTo>
                  <a:pt x="10562" y="1200"/>
                  <a:pt x="10709" y="1241"/>
                  <a:pt x="10861" y="1296"/>
                </a:cubicBezTo>
                <a:cubicBezTo>
                  <a:pt x="10881" y="1304"/>
                  <a:pt x="10892" y="1328"/>
                  <a:pt x="10886" y="1351"/>
                </a:cubicBezTo>
                <a:close/>
                <a:moveTo>
                  <a:pt x="11698" y="1773"/>
                </a:moveTo>
                <a:cubicBezTo>
                  <a:pt x="11692" y="1788"/>
                  <a:pt x="11679" y="1795"/>
                  <a:pt x="11666" y="1795"/>
                </a:cubicBezTo>
                <a:cubicBezTo>
                  <a:pt x="11660" y="1795"/>
                  <a:pt x="11653" y="1793"/>
                  <a:pt x="11647" y="1790"/>
                </a:cubicBezTo>
                <a:cubicBezTo>
                  <a:pt x="11522" y="1705"/>
                  <a:pt x="11389" y="1628"/>
                  <a:pt x="11253" y="1559"/>
                </a:cubicBezTo>
                <a:cubicBezTo>
                  <a:pt x="11234" y="1549"/>
                  <a:pt x="11225" y="1524"/>
                  <a:pt x="11234" y="1502"/>
                </a:cubicBezTo>
                <a:cubicBezTo>
                  <a:pt x="11242" y="1480"/>
                  <a:pt x="11264" y="1470"/>
                  <a:pt x="11283" y="1480"/>
                </a:cubicBezTo>
                <a:cubicBezTo>
                  <a:pt x="11421" y="1550"/>
                  <a:pt x="11556" y="1630"/>
                  <a:pt x="11684" y="1715"/>
                </a:cubicBezTo>
                <a:cubicBezTo>
                  <a:pt x="11702" y="1726"/>
                  <a:pt x="11709" y="1754"/>
                  <a:pt x="11698" y="1773"/>
                </a:cubicBezTo>
                <a:close/>
                <a:moveTo>
                  <a:pt x="12402" y="2404"/>
                </a:moveTo>
                <a:cubicBezTo>
                  <a:pt x="12395" y="2413"/>
                  <a:pt x="12385" y="2417"/>
                  <a:pt x="12376" y="2417"/>
                </a:cubicBezTo>
                <a:cubicBezTo>
                  <a:pt x="12366" y="2417"/>
                  <a:pt x="12357" y="2413"/>
                  <a:pt x="12349" y="2405"/>
                </a:cubicBezTo>
                <a:cubicBezTo>
                  <a:pt x="12248" y="2289"/>
                  <a:pt x="12136" y="2176"/>
                  <a:pt x="12016" y="2072"/>
                </a:cubicBezTo>
                <a:cubicBezTo>
                  <a:pt x="11999" y="2058"/>
                  <a:pt x="11996" y="2031"/>
                  <a:pt x="12008" y="2012"/>
                </a:cubicBezTo>
                <a:cubicBezTo>
                  <a:pt x="12021" y="1992"/>
                  <a:pt x="12044" y="1989"/>
                  <a:pt x="12060" y="2003"/>
                </a:cubicBezTo>
                <a:cubicBezTo>
                  <a:pt x="12183" y="2110"/>
                  <a:pt x="12298" y="2224"/>
                  <a:pt x="12401" y="2344"/>
                </a:cubicBezTo>
                <a:cubicBezTo>
                  <a:pt x="12417" y="2359"/>
                  <a:pt x="12417" y="2386"/>
                  <a:pt x="12402" y="2404"/>
                </a:cubicBezTo>
                <a:close/>
                <a:moveTo>
                  <a:pt x="12910" y="3245"/>
                </a:moveTo>
                <a:cubicBezTo>
                  <a:pt x="12905" y="3249"/>
                  <a:pt x="12899" y="3250"/>
                  <a:pt x="12893" y="3250"/>
                </a:cubicBezTo>
                <a:cubicBezTo>
                  <a:pt x="12879" y="3250"/>
                  <a:pt x="12866" y="3241"/>
                  <a:pt x="12859" y="3225"/>
                </a:cubicBezTo>
                <a:cubicBezTo>
                  <a:pt x="12798" y="3075"/>
                  <a:pt x="12723" y="2928"/>
                  <a:pt x="12636" y="2788"/>
                </a:cubicBezTo>
                <a:cubicBezTo>
                  <a:pt x="12623" y="2768"/>
                  <a:pt x="12627" y="2742"/>
                  <a:pt x="12644" y="2728"/>
                </a:cubicBezTo>
                <a:cubicBezTo>
                  <a:pt x="12661" y="2714"/>
                  <a:pt x="12684" y="2718"/>
                  <a:pt x="12696" y="2738"/>
                </a:cubicBezTo>
                <a:cubicBezTo>
                  <a:pt x="12786" y="2881"/>
                  <a:pt x="12863" y="3033"/>
                  <a:pt x="12927" y="3187"/>
                </a:cubicBezTo>
                <a:cubicBezTo>
                  <a:pt x="12936" y="3210"/>
                  <a:pt x="12928" y="3236"/>
                  <a:pt x="12910" y="3245"/>
                </a:cubicBezTo>
                <a:close/>
                <a:moveTo>
                  <a:pt x="13070" y="4203"/>
                </a:moveTo>
                <a:cubicBezTo>
                  <a:pt x="13063" y="4032"/>
                  <a:pt x="13042" y="3864"/>
                  <a:pt x="13007" y="3702"/>
                </a:cubicBezTo>
                <a:cubicBezTo>
                  <a:pt x="13002" y="3679"/>
                  <a:pt x="13014" y="3655"/>
                  <a:pt x="13034" y="3649"/>
                </a:cubicBezTo>
                <a:cubicBezTo>
                  <a:pt x="13054" y="3644"/>
                  <a:pt x="13075" y="3658"/>
                  <a:pt x="13080" y="3681"/>
                </a:cubicBezTo>
                <a:cubicBezTo>
                  <a:pt x="13115" y="3849"/>
                  <a:pt x="13137" y="4023"/>
                  <a:pt x="13145" y="4199"/>
                </a:cubicBezTo>
                <a:cubicBezTo>
                  <a:pt x="13146" y="4223"/>
                  <a:pt x="13130" y="4243"/>
                  <a:pt x="13109" y="4244"/>
                </a:cubicBezTo>
                <a:cubicBezTo>
                  <a:pt x="13108" y="4244"/>
                  <a:pt x="13108" y="4244"/>
                  <a:pt x="13107" y="4244"/>
                </a:cubicBezTo>
                <a:cubicBezTo>
                  <a:pt x="13087" y="4245"/>
                  <a:pt x="13071" y="4227"/>
                  <a:pt x="13070" y="4203"/>
                </a:cubicBezTo>
                <a:close/>
                <a:moveTo>
                  <a:pt x="13186" y="5273"/>
                </a:moveTo>
                <a:cubicBezTo>
                  <a:pt x="13184" y="5273"/>
                  <a:pt x="13182" y="5274"/>
                  <a:pt x="13180" y="5274"/>
                </a:cubicBezTo>
                <a:cubicBezTo>
                  <a:pt x="13162" y="5274"/>
                  <a:pt x="13147" y="5259"/>
                  <a:pt x="13143" y="5239"/>
                </a:cubicBezTo>
                <a:cubicBezTo>
                  <a:pt x="13116" y="5069"/>
                  <a:pt x="13097" y="4896"/>
                  <a:pt x="13085" y="4722"/>
                </a:cubicBezTo>
                <a:cubicBezTo>
                  <a:pt x="13083" y="4698"/>
                  <a:pt x="13099" y="4677"/>
                  <a:pt x="13119" y="4676"/>
                </a:cubicBezTo>
                <a:cubicBezTo>
                  <a:pt x="13140" y="4675"/>
                  <a:pt x="13158" y="4692"/>
                  <a:pt x="13159" y="4715"/>
                </a:cubicBezTo>
                <a:cubicBezTo>
                  <a:pt x="13170" y="4886"/>
                  <a:pt x="13189" y="5057"/>
                  <a:pt x="13216" y="5223"/>
                </a:cubicBezTo>
                <a:cubicBezTo>
                  <a:pt x="13220" y="5245"/>
                  <a:pt x="13207" y="5268"/>
                  <a:pt x="13186" y="5273"/>
                </a:cubicBezTo>
                <a:close/>
                <a:moveTo>
                  <a:pt x="13455" y="6256"/>
                </a:moveTo>
                <a:cubicBezTo>
                  <a:pt x="13450" y="6258"/>
                  <a:pt x="13444" y="6259"/>
                  <a:pt x="13440" y="6259"/>
                </a:cubicBezTo>
                <a:cubicBezTo>
                  <a:pt x="13425" y="6259"/>
                  <a:pt x="13411" y="6249"/>
                  <a:pt x="13406" y="6233"/>
                </a:cubicBezTo>
                <a:cubicBezTo>
                  <a:pt x="13346" y="6075"/>
                  <a:pt x="13293" y="5911"/>
                  <a:pt x="13250" y="5743"/>
                </a:cubicBezTo>
                <a:cubicBezTo>
                  <a:pt x="13244" y="5720"/>
                  <a:pt x="13254" y="5696"/>
                  <a:pt x="13274" y="5690"/>
                </a:cubicBezTo>
                <a:cubicBezTo>
                  <a:pt x="13294" y="5683"/>
                  <a:pt x="13315" y="5695"/>
                  <a:pt x="13321" y="5718"/>
                </a:cubicBezTo>
                <a:cubicBezTo>
                  <a:pt x="13364" y="5882"/>
                  <a:pt x="13415" y="6043"/>
                  <a:pt x="13474" y="6198"/>
                </a:cubicBezTo>
                <a:cubicBezTo>
                  <a:pt x="13482" y="6220"/>
                  <a:pt x="13474" y="6246"/>
                  <a:pt x="13455" y="6256"/>
                </a:cubicBezTo>
                <a:close/>
                <a:moveTo>
                  <a:pt x="13921" y="7132"/>
                </a:moveTo>
                <a:cubicBezTo>
                  <a:pt x="13915" y="7139"/>
                  <a:pt x="13906" y="7142"/>
                  <a:pt x="13898" y="7142"/>
                </a:cubicBezTo>
                <a:cubicBezTo>
                  <a:pt x="13886" y="7142"/>
                  <a:pt x="13876" y="7137"/>
                  <a:pt x="13868" y="7126"/>
                </a:cubicBezTo>
                <a:cubicBezTo>
                  <a:pt x="13776" y="6992"/>
                  <a:pt x="13689" y="6848"/>
                  <a:pt x="13611" y="6697"/>
                </a:cubicBezTo>
                <a:cubicBezTo>
                  <a:pt x="13601" y="6676"/>
                  <a:pt x="13607" y="6650"/>
                  <a:pt x="13625" y="6638"/>
                </a:cubicBezTo>
                <a:cubicBezTo>
                  <a:pt x="13643" y="6625"/>
                  <a:pt x="13665" y="6632"/>
                  <a:pt x="13676" y="6653"/>
                </a:cubicBezTo>
                <a:cubicBezTo>
                  <a:pt x="13752" y="6801"/>
                  <a:pt x="13836" y="6942"/>
                  <a:pt x="13927" y="7072"/>
                </a:cubicBezTo>
                <a:cubicBezTo>
                  <a:pt x="13940" y="7090"/>
                  <a:pt x="13937" y="7117"/>
                  <a:pt x="13921" y="7132"/>
                </a:cubicBezTo>
                <a:close/>
                <a:moveTo>
                  <a:pt x="14583" y="7819"/>
                </a:moveTo>
                <a:cubicBezTo>
                  <a:pt x="14575" y="7832"/>
                  <a:pt x="14564" y="7838"/>
                  <a:pt x="14551" y="7838"/>
                </a:cubicBezTo>
                <a:cubicBezTo>
                  <a:pt x="14545" y="7838"/>
                  <a:pt x="14537" y="7836"/>
                  <a:pt x="14531" y="7831"/>
                </a:cubicBezTo>
                <a:cubicBezTo>
                  <a:pt x="14407" y="7735"/>
                  <a:pt x="14288" y="7627"/>
                  <a:pt x="14175" y="7507"/>
                </a:cubicBezTo>
                <a:cubicBezTo>
                  <a:pt x="14160" y="7490"/>
                  <a:pt x="14159" y="7463"/>
                  <a:pt x="14174" y="7445"/>
                </a:cubicBezTo>
                <a:cubicBezTo>
                  <a:pt x="14188" y="7428"/>
                  <a:pt x="14211" y="7427"/>
                  <a:pt x="14226" y="7443"/>
                </a:cubicBezTo>
                <a:cubicBezTo>
                  <a:pt x="14335" y="7560"/>
                  <a:pt x="14451" y="7665"/>
                  <a:pt x="14572" y="7758"/>
                </a:cubicBezTo>
                <a:cubicBezTo>
                  <a:pt x="14589" y="7773"/>
                  <a:pt x="14594" y="7799"/>
                  <a:pt x="14583" y="7819"/>
                </a:cubicBezTo>
                <a:close/>
                <a:moveTo>
                  <a:pt x="15401" y="8214"/>
                </a:moveTo>
                <a:cubicBezTo>
                  <a:pt x="15397" y="8233"/>
                  <a:pt x="15381" y="8248"/>
                  <a:pt x="15365" y="8248"/>
                </a:cubicBezTo>
                <a:cubicBezTo>
                  <a:pt x="15362" y="8248"/>
                  <a:pt x="15359" y="8248"/>
                  <a:pt x="15356" y="8247"/>
                </a:cubicBezTo>
                <a:cubicBezTo>
                  <a:pt x="15211" y="8207"/>
                  <a:pt x="15066" y="8151"/>
                  <a:pt x="14927" y="8081"/>
                </a:cubicBezTo>
                <a:cubicBezTo>
                  <a:pt x="14909" y="8071"/>
                  <a:pt x="14900" y="8046"/>
                  <a:pt x="14909" y="8024"/>
                </a:cubicBezTo>
                <a:cubicBezTo>
                  <a:pt x="14917" y="8002"/>
                  <a:pt x="14939" y="7993"/>
                  <a:pt x="14958" y="8002"/>
                </a:cubicBezTo>
                <a:cubicBezTo>
                  <a:pt x="15092" y="8070"/>
                  <a:pt x="15232" y="8124"/>
                  <a:pt x="15373" y="8162"/>
                </a:cubicBezTo>
                <a:cubicBezTo>
                  <a:pt x="15393" y="8168"/>
                  <a:pt x="15405" y="8191"/>
                  <a:pt x="15401" y="8214"/>
                </a:cubicBezTo>
                <a:close/>
                <a:moveTo>
                  <a:pt x="16255" y="8300"/>
                </a:moveTo>
                <a:cubicBezTo>
                  <a:pt x="16143" y="8313"/>
                  <a:pt x="16031" y="8321"/>
                  <a:pt x="15920" y="8321"/>
                </a:cubicBezTo>
                <a:cubicBezTo>
                  <a:pt x="15882" y="8321"/>
                  <a:pt x="15843" y="8320"/>
                  <a:pt x="15804" y="8318"/>
                </a:cubicBezTo>
                <a:cubicBezTo>
                  <a:pt x="15783" y="8317"/>
                  <a:pt x="15767" y="8296"/>
                  <a:pt x="15768" y="8273"/>
                </a:cubicBezTo>
                <a:cubicBezTo>
                  <a:pt x="15769" y="8249"/>
                  <a:pt x="15786" y="8231"/>
                  <a:pt x="15807" y="8231"/>
                </a:cubicBezTo>
                <a:cubicBezTo>
                  <a:pt x="15952" y="8239"/>
                  <a:pt x="16100" y="8232"/>
                  <a:pt x="16246" y="8215"/>
                </a:cubicBezTo>
                <a:cubicBezTo>
                  <a:pt x="16267" y="8213"/>
                  <a:pt x="16285" y="8229"/>
                  <a:pt x="16287" y="8253"/>
                </a:cubicBezTo>
                <a:cubicBezTo>
                  <a:pt x="16290" y="8277"/>
                  <a:pt x="16275" y="8298"/>
                  <a:pt x="16255" y="8300"/>
                </a:cubicBezTo>
                <a:close/>
                <a:moveTo>
                  <a:pt x="17128" y="8053"/>
                </a:moveTo>
                <a:cubicBezTo>
                  <a:pt x="16988" y="8116"/>
                  <a:pt x="16843" y="8170"/>
                  <a:pt x="16699" y="8210"/>
                </a:cubicBezTo>
                <a:cubicBezTo>
                  <a:pt x="16696" y="8211"/>
                  <a:pt x="16693" y="8211"/>
                  <a:pt x="16690" y="8211"/>
                </a:cubicBezTo>
                <a:cubicBezTo>
                  <a:pt x="16673" y="8211"/>
                  <a:pt x="16658" y="8198"/>
                  <a:pt x="16654" y="8179"/>
                </a:cubicBezTo>
                <a:cubicBezTo>
                  <a:pt x="16650" y="8156"/>
                  <a:pt x="16662" y="8132"/>
                  <a:pt x="16682" y="8126"/>
                </a:cubicBezTo>
                <a:cubicBezTo>
                  <a:pt x="16824" y="8086"/>
                  <a:pt x="16965" y="8034"/>
                  <a:pt x="17101" y="7972"/>
                </a:cubicBezTo>
                <a:cubicBezTo>
                  <a:pt x="17120" y="7963"/>
                  <a:pt x="17142" y="7974"/>
                  <a:pt x="17149" y="7996"/>
                </a:cubicBezTo>
                <a:cubicBezTo>
                  <a:pt x="17156" y="8019"/>
                  <a:pt x="17147" y="8044"/>
                  <a:pt x="17128" y="8053"/>
                </a:cubicBezTo>
                <a:close/>
                <a:moveTo>
                  <a:pt x="17912" y="7546"/>
                </a:moveTo>
                <a:cubicBezTo>
                  <a:pt x="17793" y="7650"/>
                  <a:pt x="17665" y="7745"/>
                  <a:pt x="17534" y="7831"/>
                </a:cubicBezTo>
                <a:cubicBezTo>
                  <a:pt x="17528" y="7834"/>
                  <a:pt x="17522" y="7836"/>
                  <a:pt x="17516" y="7836"/>
                </a:cubicBezTo>
                <a:cubicBezTo>
                  <a:pt x="17503" y="7836"/>
                  <a:pt x="17490" y="7828"/>
                  <a:pt x="17483" y="7814"/>
                </a:cubicBezTo>
                <a:cubicBezTo>
                  <a:pt x="17473" y="7793"/>
                  <a:pt x="17479" y="7767"/>
                  <a:pt x="17497" y="7755"/>
                </a:cubicBezTo>
                <a:cubicBezTo>
                  <a:pt x="17626" y="7672"/>
                  <a:pt x="17749" y="7579"/>
                  <a:pt x="17866" y="7477"/>
                </a:cubicBezTo>
                <a:cubicBezTo>
                  <a:pt x="17883" y="7463"/>
                  <a:pt x="17906" y="7466"/>
                  <a:pt x="17918" y="7486"/>
                </a:cubicBezTo>
                <a:cubicBezTo>
                  <a:pt x="17932" y="7504"/>
                  <a:pt x="17929" y="7531"/>
                  <a:pt x="17912" y="7546"/>
                </a:cubicBezTo>
                <a:close/>
                <a:moveTo>
                  <a:pt x="18549" y="6810"/>
                </a:moveTo>
                <a:cubicBezTo>
                  <a:pt x="18459" y="6949"/>
                  <a:pt x="18360" y="7082"/>
                  <a:pt x="18253" y="7204"/>
                </a:cubicBezTo>
                <a:cubicBezTo>
                  <a:pt x="18245" y="7213"/>
                  <a:pt x="18236" y="7218"/>
                  <a:pt x="18226" y="7218"/>
                </a:cubicBezTo>
                <a:cubicBezTo>
                  <a:pt x="18217" y="7218"/>
                  <a:pt x="18208" y="7213"/>
                  <a:pt x="18200" y="7204"/>
                </a:cubicBezTo>
                <a:cubicBezTo>
                  <a:pt x="18186" y="7188"/>
                  <a:pt x="18186" y="7160"/>
                  <a:pt x="18200" y="7143"/>
                </a:cubicBezTo>
                <a:cubicBezTo>
                  <a:pt x="18304" y="7023"/>
                  <a:pt x="18401" y="6894"/>
                  <a:pt x="18489" y="6759"/>
                </a:cubicBezTo>
                <a:cubicBezTo>
                  <a:pt x="18501" y="6740"/>
                  <a:pt x="18525" y="6736"/>
                  <a:pt x="18541" y="6750"/>
                </a:cubicBezTo>
                <a:cubicBezTo>
                  <a:pt x="18557" y="6764"/>
                  <a:pt x="18561" y="6791"/>
                  <a:pt x="18549" y="6810"/>
                </a:cubicBezTo>
                <a:close/>
                <a:moveTo>
                  <a:pt x="18978" y="5895"/>
                </a:moveTo>
                <a:cubicBezTo>
                  <a:pt x="18926" y="6058"/>
                  <a:pt x="18864" y="6218"/>
                  <a:pt x="18792" y="6370"/>
                </a:cubicBezTo>
                <a:cubicBezTo>
                  <a:pt x="18786" y="6385"/>
                  <a:pt x="18772" y="6393"/>
                  <a:pt x="18759" y="6393"/>
                </a:cubicBezTo>
                <a:cubicBezTo>
                  <a:pt x="18754" y="6393"/>
                  <a:pt x="18747" y="6391"/>
                  <a:pt x="18741" y="6388"/>
                </a:cubicBezTo>
                <a:cubicBezTo>
                  <a:pt x="18723" y="6377"/>
                  <a:pt x="18717" y="6351"/>
                  <a:pt x="18726" y="6329"/>
                </a:cubicBezTo>
                <a:cubicBezTo>
                  <a:pt x="18796" y="6180"/>
                  <a:pt x="18857" y="6025"/>
                  <a:pt x="18908" y="5865"/>
                </a:cubicBezTo>
                <a:cubicBezTo>
                  <a:pt x="18915" y="5843"/>
                  <a:pt x="18936" y="5831"/>
                  <a:pt x="18956" y="5840"/>
                </a:cubicBezTo>
                <a:cubicBezTo>
                  <a:pt x="18976" y="5847"/>
                  <a:pt x="18985" y="5872"/>
                  <a:pt x="18978" y="5895"/>
                </a:cubicBezTo>
                <a:close/>
                <a:moveTo>
                  <a:pt x="19104" y="5394"/>
                </a:moveTo>
                <a:cubicBezTo>
                  <a:pt x="19100" y="5415"/>
                  <a:pt x="19085" y="5428"/>
                  <a:pt x="19067" y="5428"/>
                </a:cubicBezTo>
                <a:cubicBezTo>
                  <a:pt x="19064" y="5428"/>
                  <a:pt x="19062" y="5428"/>
                  <a:pt x="19060" y="5427"/>
                </a:cubicBezTo>
                <a:cubicBezTo>
                  <a:pt x="19040" y="5421"/>
                  <a:pt x="19027" y="5398"/>
                  <a:pt x="19031" y="5375"/>
                </a:cubicBezTo>
                <a:cubicBezTo>
                  <a:pt x="19062" y="5211"/>
                  <a:pt x="19083" y="5042"/>
                  <a:pt x="19095" y="4871"/>
                </a:cubicBezTo>
                <a:cubicBezTo>
                  <a:pt x="19096" y="4847"/>
                  <a:pt x="19114" y="4829"/>
                  <a:pt x="19135" y="4832"/>
                </a:cubicBezTo>
                <a:cubicBezTo>
                  <a:pt x="19156" y="4834"/>
                  <a:pt x="19171" y="4854"/>
                  <a:pt x="19169" y="4879"/>
                </a:cubicBezTo>
                <a:cubicBezTo>
                  <a:pt x="19157" y="5053"/>
                  <a:pt x="19135" y="5227"/>
                  <a:pt x="19104" y="5394"/>
                </a:cubicBezTo>
                <a:close/>
              </a:path>
            </a:pathLst>
          </a:custGeom>
          <a:solidFill>
            <a:srgbClr val="2C3E50"/>
          </a:solidFill>
          <a:ln w="12700">
            <a:miter lim="400000"/>
          </a:ln>
        </p:spPr>
        <p:txBody>
          <a:bodyPr lIns="38100" tIns="38100" rIns="38100" bIns="38100" anchor="ct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3000">
                <a:solidFill>
                  <a:srgbClr val="FFFFFF"/>
                </a:solidFill>
                <a:effectLst>
                  <a:outerShdw blurRad="38100" dist="12700" dir="5400000" rotWithShape="0">
                    <a:srgbClr val="000000">
                      <a:alpha val="50000"/>
                    </a:srgbClr>
                  </a:outerShdw>
                </a:effectLst>
              </a:defRPr>
            </a:pPr>
            <a:endParaRPr/>
          </a:p>
        </p:txBody>
      </p:sp>
      <p:pic>
        <p:nvPicPr>
          <p:cNvPr id="20" name="Picture 2" descr="Formación online en Web of Science - Biblioteca">
            <a:extLst>
              <a:ext uri="{FF2B5EF4-FFF2-40B4-BE49-F238E27FC236}">
                <a16:creationId xmlns:a16="http://schemas.microsoft.com/office/drawing/2014/main" id="{28163C60-23D0-7EEA-7E9E-668EB27DB3A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255190" y="7881469"/>
            <a:ext cx="2963266" cy="550035"/>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4">
            <a:extLst>
              <a:ext uri="{FF2B5EF4-FFF2-40B4-BE49-F238E27FC236}">
                <a16:creationId xmlns:a16="http://schemas.microsoft.com/office/drawing/2014/main" id="{77392E67-65F3-A8CA-6F7D-078A077A20F8}"/>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816159" y="8519993"/>
            <a:ext cx="2349003" cy="776407"/>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6" descr="Español - PEDro">
            <a:extLst>
              <a:ext uri="{FF2B5EF4-FFF2-40B4-BE49-F238E27FC236}">
                <a16:creationId xmlns:a16="http://schemas.microsoft.com/office/drawing/2014/main" id="{9C3B5D83-A064-90E0-F1A6-674DB302A89A}"/>
              </a:ext>
            </a:extLst>
          </p:cNvPr>
          <p:cNvPicPr>
            <a:picLocks noChangeAspect="1" noChangeArrowheads="1"/>
          </p:cNvPicPr>
          <p:nvPr/>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0950244" y="9066919"/>
            <a:ext cx="2549276" cy="1334121"/>
          </a:xfrm>
          <a:prstGeom prst="rect">
            <a:avLst/>
          </a:prstGeom>
          <a:noFill/>
          <a:extLst>
            <a:ext uri="{909E8E84-426E-40DD-AFC4-6F175D3DCCD1}">
              <a14:hiddenFill xmlns:a14="http://schemas.microsoft.com/office/drawing/2010/main">
                <a:solidFill>
                  <a:srgbClr val="FFFFFF"/>
                </a:solidFill>
              </a14:hiddenFill>
            </a:ext>
          </a:extLst>
        </p:spPr>
      </p:pic>
      <p:sp>
        <p:nvSpPr>
          <p:cNvPr id="25" name="Elipse 24">
            <a:extLst>
              <a:ext uri="{FF2B5EF4-FFF2-40B4-BE49-F238E27FC236}">
                <a16:creationId xmlns:a16="http://schemas.microsoft.com/office/drawing/2014/main" id="{23EC84CE-4C46-308E-6D8C-E2CA80372EAC}"/>
              </a:ext>
            </a:extLst>
          </p:cNvPr>
          <p:cNvSpPr/>
          <p:nvPr/>
        </p:nvSpPr>
        <p:spPr>
          <a:xfrm>
            <a:off x="21739644" y="10180884"/>
            <a:ext cx="1301346" cy="1212657"/>
          </a:xfrm>
          <a:prstGeom prst="ellipse">
            <a:avLst/>
          </a:prstGeom>
          <a:solidFill>
            <a:srgbClr val="41B5A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400" b="1" dirty="0">
                <a:latin typeface="Verdana" panose="020B0604030504040204" pitchFamily="34" charset="0"/>
                <a:ea typeface="Verdana" panose="020B0604030504040204" pitchFamily="34" charset="0"/>
              </a:rPr>
              <a:t>1</a:t>
            </a:r>
          </a:p>
        </p:txBody>
      </p:sp>
      <p:sp>
        <p:nvSpPr>
          <p:cNvPr id="26" name="Elipse 25">
            <a:extLst>
              <a:ext uri="{FF2B5EF4-FFF2-40B4-BE49-F238E27FC236}">
                <a16:creationId xmlns:a16="http://schemas.microsoft.com/office/drawing/2014/main" id="{3005B205-3EDC-3741-3C50-6A9C9BE4BAAB}"/>
              </a:ext>
            </a:extLst>
          </p:cNvPr>
          <p:cNvSpPr/>
          <p:nvPr/>
        </p:nvSpPr>
        <p:spPr>
          <a:xfrm>
            <a:off x="18473535" y="10074232"/>
            <a:ext cx="1301346" cy="1212657"/>
          </a:xfrm>
          <a:prstGeom prst="ellipse">
            <a:avLst/>
          </a:prstGeom>
          <a:solidFill>
            <a:srgbClr val="3E84B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400" b="1" dirty="0">
                <a:latin typeface="Verdana" panose="020B0604030504040204" pitchFamily="34" charset="0"/>
                <a:ea typeface="Verdana" panose="020B0604030504040204" pitchFamily="34" charset="0"/>
              </a:rPr>
              <a:t>2</a:t>
            </a:r>
          </a:p>
        </p:txBody>
      </p:sp>
      <p:sp>
        <p:nvSpPr>
          <p:cNvPr id="27" name="Elipse 26">
            <a:extLst>
              <a:ext uri="{FF2B5EF4-FFF2-40B4-BE49-F238E27FC236}">
                <a16:creationId xmlns:a16="http://schemas.microsoft.com/office/drawing/2014/main" id="{0418EA16-6813-0F60-BC68-A050138F66C1}"/>
              </a:ext>
            </a:extLst>
          </p:cNvPr>
          <p:cNvSpPr/>
          <p:nvPr/>
        </p:nvSpPr>
        <p:spPr>
          <a:xfrm>
            <a:off x="18529705" y="12239475"/>
            <a:ext cx="1301346" cy="1212657"/>
          </a:xfrm>
          <a:prstGeom prst="ellipse">
            <a:avLst/>
          </a:prstGeom>
          <a:solidFill>
            <a:srgbClr val="9C50A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400" b="1" dirty="0">
                <a:latin typeface="Verdana" panose="020B0604030504040204" pitchFamily="34" charset="0"/>
                <a:ea typeface="Verdana" panose="020B0604030504040204" pitchFamily="34" charset="0"/>
              </a:rPr>
              <a:t>3</a:t>
            </a:r>
          </a:p>
        </p:txBody>
      </p:sp>
      <p:graphicFrame>
        <p:nvGraphicFramePr>
          <p:cNvPr id="42" name="Chart 8">
            <a:extLst>
              <a:ext uri="{FF2B5EF4-FFF2-40B4-BE49-F238E27FC236}">
                <a16:creationId xmlns:a16="http://schemas.microsoft.com/office/drawing/2014/main" id="{5403E40E-59EB-E885-2CDE-88F7EA6FE166}"/>
              </a:ext>
            </a:extLst>
          </p:cNvPr>
          <p:cNvGraphicFramePr/>
          <p:nvPr>
            <p:extLst>
              <p:ext uri="{D42A27DB-BD31-4B8C-83A1-F6EECF244321}">
                <p14:modId xmlns:p14="http://schemas.microsoft.com/office/powerpoint/2010/main" val="3431769439"/>
              </p:ext>
            </p:extLst>
          </p:nvPr>
        </p:nvGraphicFramePr>
        <p:xfrm>
          <a:off x="14736655" y="9212790"/>
          <a:ext cx="4368389" cy="1594310"/>
        </p:xfrm>
        <a:graphic>
          <a:graphicData uri="http://schemas.openxmlformats.org/drawingml/2006/chart">
            <c:chart xmlns:c="http://schemas.openxmlformats.org/drawingml/2006/chart" xmlns:r="http://schemas.openxmlformats.org/officeDocument/2006/relationships" r:id="rId15"/>
          </a:graphicData>
        </a:graphic>
      </p:graphicFrame>
      <p:grpSp>
        <p:nvGrpSpPr>
          <p:cNvPr id="43" name="Group 9">
            <a:extLst>
              <a:ext uri="{FF2B5EF4-FFF2-40B4-BE49-F238E27FC236}">
                <a16:creationId xmlns:a16="http://schemas.microsoft.com/office/drawing/2014/main" id="{52453C48-071F-8DC4-62EC-45ACC3C3F815}"/>
              </a:ext>
            </a:extLst>
          </p:cNvPr>
          <p:cNvGrpSpPr/>
          <p:nvPr/>
        </p:nvGrpSpPr>
        <p:grpSpPr>
          <a:xfrm rot="11520718">
            <a:off x="15550364" y="8022169"/>
            <a:ext cx="3137486" cy="2262522"/>
            <a:chOff x="3638719" y="1826801"/>
            <a:chExt cx="4456455" cy="3728587"/>
          </a:xfrm>
        </p:grpSpPr>
        <p:grpSp>
          <p:nvGrpSpPr>
            <p:cNvPr id="44" name="Group 10">
              <a:extLst>
                <a:ext uri="{FF2B5EF4-FFF2-40B4-BE49-F238E27FC236}">
                  <a16:creationId xmlns:a16="http://schemas.microsoft.com/office/drawing/2014/main" id="{1D5397D6-14B3-0CE1-6F6F-7416DE0CC831}"/>
                </a:ext>
              </a:extLst>
            </p:cNvPr>
            <p:cNvGrpSpPr/>
            <p:nvPr/>
          </p:nvGrpSpPr>
          <p:grpSpPr>
            <a:xfrm rot="2700000">
              <a:off x="4366586" y="4189346"/>
              <a:ext cx="638175" cy="2093910"/>
              <a:chOff x="1225452" y="3588212"/>
              <a:chExt cx="638175" cy="2093910"/>
            </a:xfrm>
          </p:grpSpPr>
          <p:sp>
            <p:nvSpPr>
              <p:cNvPr id="48" name="Freeform 12">
                <a:extLst>
                  <a:ext uri="{FF2B5EF4-FFF2-40B4-BE49-F238E27FC236}">
                    <a16:creationId xmlns:a16="http://schemas.microsoft.com/office/drawing/2014/main" id="{279E7B5F-0B4C-9496-CB9E-8B93E2FD9EA8}"/>
                  </a:ext>
                </a:extLst>
              </p:cNvPr>
              <p:cNvSpPr/>
              <p:nvPr/>
            </p:nvSpPr>
            <p:spPr>
              <a:xfrm>
                <a:off x="1225452" y="3588212"/>
                <a:ext cx="638175" cy="2093910"/>
              </a:xfrm>
              <a:custGeom>
                <a:avLst/>
                <a:gdLst>
                  <a:gd name="connsiteX0" fmla="*/ 161926 w 638175"/>
                  <a:gd name="connsiteY0" fmla="*/ 0 h 2093910"/>
                  <a:gd name="connsiteX1" fmla="*/ 319090 w 638175"/>
                  <a:gd name="connsiteY1" fmla="*/ 7936 h 2093910"/>
                  <a:gd name="connsiteX2" fmla="*/ 476251 w 638175"/>
                  <a:gd name="connsiteY2" fmla="*/ 0 h 2093910"/>
                  <a:gd name="connsiteX3" fmla="*/ 476251 w 638175"/>
                  <a:gd name="connsiteY3" fmla="*/ 703260 h 2093910"/>
                  <a:gd name="connsiteX4" fmla="*/ 636095 w 638175"/>
                  <a:gd name="connsiteY4" fmla="*/ 703260 h 2093910"/>
                  <a:gd name="connsiteX5" fmla="*/ 638175 w 638175"/>
                  <a:gd name="connsiteY5" fmla="*/ 723897 h 2093910"/>
                  <a:gd name="connsiteX6" fmla="*/ 638175 w 638175"/>
                  <a:gd name="connsiteY6" fmla="*/ 1892298 h 2093910"/>
                  <a:gd name="connsiteX7" fmla="*/ 436563 w 638175"/>
                  <a:gd name="connsiteY7" fmla="*/ 2093910 h 2093910"/>
                  <a:gd name="connsiteX8" fmla="*/ 201612 w 638175"/>
                  <a:gd name="connsiteY8" fmla="*/ 2093910 h 2093910"/>
                  <a:gd name="connsiteX9" fmla="*/ 0 w 638175"/>
                  <a:gd name="connsiteY9" fmla="*/ 1892298 h 2093910"/>
                  <a:gd name="connsiteX10" fmla="*/ 0 w 638175"/>
                  <a:gd name="connsiteY10" fmla="*/ 723897 h 2093910"/>
                  <a:gd name="connsiteX11" fmla="*/ 2081 w 638175"/>
                  <a:gd name="connsiteY11" fmla="*/ 703260 h 2093910"/>
                  <a:gd name="connsiteX12" fmla="*/ 161926 w 638175"/>
                  <a:gd name="connsiteY12" fmla="*/ 703260 h 2093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8175" h="2093910">
                    <a:moveTo>
                      <a:pt x="161926" y="0"/>
                    </a:moveTo>
                    <a:lnTo>
                      <a:pt x="319090" y="7936"/>
                    </a:lnTo>
                    <a:lnTo>
                      <a:pt x="476251" y="0"/>
                    </a:lnTo>
                    <a:lnTo>
                      <a:pt x="476251" y="703260"/>
                    </a:lnTo>
                    <a:lnTo>
                      <a:pt x="636095" y="703260"/>
                    </a:lnTo>
                    <a:lnTo>
                      <a:pt x="638175" y="723897"/>
                    </a:lnTo>
                    <a:lnTo>
                      <a:pt x="638175" y="1892298"/>
                    </a:lnTo>
                    <a:cubicBezTo>
                      <a:pt x="638175" y="2003645"/>
                      <a:pt x="547910" y="2093910"/>
                      <a:pt x="436563" y="2093910"/>
                    </a:cubicBezTo>
                    <a:lnTo>
                      <a:pt x="201612" y="2093910"/>
                    </a:lnTo>
                    <a:cubicBezTo>
                      <a:pt x="90265" y="2093910"/>
                      <a:pt x="0" y="2003645"/>
                      <a:pt x="0" y="1892298"/>
                    </a:cubicBezTo>
                    <a:lnTo>
                      <a:pt x="0" y="723897"/>
                    </a:lnTo>
                    <a:lnTo>
                      <a:pt x="2081" y="703260"/>
                    </a:lnTo>
                    <a:lnTo>
                      <a:pt x="161926" y="703260"/>
                    </a:lnTo>
                    <a:close/>
                  </a:path>
                </a:pathLst>
              </a:custGeom>
              <a:solidFill>
                <a:srgbClr val="2E2E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reeform 13">
                <a:extLst>
                  <a:ext uri="{FF2B5EF4-FFF2-40B4-BE49-F238E27FC236}">
                    <a16:creationId xmlns:a16="http://schemas.microsoft.com/office/drawing/2014/main" id="{9B8962CF-ECC0-1B7E-F987-2ABBBF8702D2}"/>
                  </a:ext>
                </a:extLst>
              </p:cNvPr>
              <p:cNvSpPr/>
              <p:nvPr/>
            </p:nvSpPr>
            <p:spPr>
              <a:xfrm>
                <a:off x="1544539" y="3588212"/>
                <a:ext cx="319088" cy="2093910"/>
              </a:xfrm>
              <a:custGeom>
                <a:avLst/>
                <a:gdLst>
                  <a:gd name="connsiteX0" fmla="*/ 157164 w 319088"/>
                  <a:gd name="connsiteY0" fmla="*/ 0 h 2093910"/>
                  <a:gd name="connsiteX1" fmla="*/ 157164 w 319088"/>
                  <a:gd name="connsiteY1" fmla="*/ 703260 h 2093910"/>
                  <a:gd name="connsiteX2" fmla="*/ 317008 w 319088"/>
                  <a:gd name="connsiteY2" fmla="*/ 703260 h 2093910"/>
                  <a:gd name="connsiteX3" fmla="*/ 319088 w 319088"/>
                  <a:gd name="connsiteY3" fmla="*/ 723897 h 2093910"/>
                  <a:gd name="connsiteX4" fmla="*/ 319088 w 319088"/>
                  <a:gd name="connsiteY4" fmla="*/ 1892298 h 2093910"/>
                  <a:gd name="connsiteX5" fmla="*/ 117476 w 319088"/>
                  <a:gd name="connsiteY5" fmla="*/ 2093910 h 2093910"/>
                  <a:gd name="connsiteX6" fmla="*/ 0 w 319088"/>
                  <a:gd name="connsiteY6" fmla="*/ 2093910 h 2093910"/>
                  <a:gd name="connsiteX7" fmla="*/ 0 w 319088"/>
                  <a:gd name="connsiteY7" fmla="*/ 7936 h 2093910"/>
                  <a:gd name="connsiteX8" fmla="*/ 3 w 319088"/>
                  <a:gd name="connsiteY8" fmla="*/ 7936 h 2093910"/>
                  <a:gd name="connsiteX9" fmla="*/ 157164 w 319088"/>
                  <a:gd name="connsiteY9" fmla="*/ 0 h 2093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088" h="2093910">
                    <a:moveTo>
                      <a:pt x="157164" y="0"/>
                    </a:moveTo>
                    <a:lnTo>
                      <a:pt x="157164" y="703260"/>
                    </a:lnTo>
                    <a:lnTo>
                      <a:pt x="317008" y="703260"/>
                    </a:lnTo>
                    <a:lnTo>
                      <a:pt x="319088" y="723897"/>
                    </a:lnTo>
                    <a:lnTo>
                      <a:pt x="319088" y="1892298"/>
                    </a:lnTo>
                    <a:cubicBezTo>
                      <a:pt x="319088" y="2003645"/>
                      <a:pt x="228823" y="2093910"/>
                      <a:pt x="117476" y="2093910"/>
                    </a:cubicBezTo>
                    <a:lnTo>
                      <a:pt x="0" y="2093910"/>
                    </a:lnTo>
                    <a:lnTo>
                      <a:pt x="0" y="7936"/>
                    </a:lnTo>
                    <a:lnTo>
                      <a:pt x="3" y="7936"/>
                    </a:lnTo>
                    <a:lnTo>
                      <a:pt x="157164"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Oval 11">
              <a:extLst>
                <a:ext uri="{FF2B5EF4-FFF2-40B4-BE49-F238E27FC236}">
                  <a16:creationId xmlns:a16="http://schemas.microsoft.com/office/drawing/2014/main" id="{7427AC38-9FB1-CADF-3582-3B1E742922D1}"/>
                </a:ext>
              </a:extLst>
            </p:cNvPr>
            <p:cNvSpPr/>
            <p:nvPr/>
          </p:nvSpPr>
          <p:spPr>
            <a:xfrm rot="5400000">
              <a:off x="4961449" y="1826801"/>
              <a:ext cx="3133725" cy="3133725"/>
            </a:xfrm>
            <a:prstGeom prst="ellipse">
              <a:avLst/>
            </a:prstGeom>
            <a:noFill/>
            <a:ln w="76200">
              <a:solidFill>
                <a:srgbClr val="2E2E2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1" name="CuadroTexto 50">
            <a:extLst>
              <a:ext uri="{FF2B5EF4-FFF2-40B4-BE49-F238E27FC236}">
                <a16:creationId xmlns:a16="http://schemas.microsoft.com/office/drawing/2014/main" id="{96A14C29-CF72-E1A4-097C-0FB8DE947829}"/>
              </a:ext>
            </a:extLst>
          </p:cNvPr>
          <p:cNvSpPr txBox="1"/>
          <p:nvPr/>
        </p:nvSpPr>
        <p:spPr>
          <a:xfrm>
            <a:off x="13824004" y="10254943"/>
            <a:ext cx="2781942" cy="707886"/>
          </a:xfrm>
          <a:prstGeom prst="rect">
            <a:avLst/>
          </a:prstGeom>
          <a:noFill/>
        </p:spPr>
        <p:txBody>
          <a:bodyPr wrap="square" rtlCol="0">
            <a:spAutoFit/>
          </a:bodyPr>
          <a:lstStyle/>
          <a:p>
            <a:pPr algn="r"/>
            <a:r>
              <a:rPr lang="es-ES" sz="2000" b="1" dirty="0">
                <a:solidFill>
                  <a:srgbClr val="0066CC"/>
                </a:solidFill>
                <a:latin typeface="Verdana" panose="020B0604030504040204" pitchFamily="34" charset="0"/>
                <a:ea typeface="Verdana" panose="020B0604030504040204" pitchFamily="34" charset="0"/>
              </a:rPr>
              <a:t>REVISIONES SISTEMÁTICAS</a:t>
            </a:r>
          </a:p>
        </p:txBody>
      </p:sp>
      <p:sp>
        <p:nvSpPr>
          <p:cNvPr id="53" name="CuadroTexto 52">
            <a:extLst>
              <a:ext uri="{FF2B5EF4-FFF2-40B4-BE49-F238E27FC236}">
                <a16:creationId xmlns:a16="http://schemas.microsoft.com/office/drawing/2014/main" id="{1B5364FC-4108-ED8C-43D5-258F145BD729}"/>
              </a:ext>
            </a:extLst>
          </p:cNvPr>
          <p:cNvSpPr txBox="1"/>
          <p:nvPr/>
        </p:nvSpPr>
        <p:spPr>
          <a:xfrm>
            <a:off x="15243430" y="8482361"/>
            <a:ext cx="2728359" cy="1569660"/>
          </a:xfrm>
          <a:prstGeom prst="rect">
            <a:avLst/>
          </a:prstGeom>
          <a:noFill/>
        </p:spPr>
        <p:txBody>
          <a:bodyPr wrap="square" rtlCol="0">
            <a:spAutoFit/>
          </a:bodyPr>
          <a:lstStyle/>
          <a:p>
            <a:pPr algn="ctr"/>
            <a:r>
              <a:rPr lang="es-ES" sz="3200" b="1" dirty="0">
                <a:latin typeface="Verdana" panose="020B0604030504040204" pitchFamily="34" charset="0"/>
                <a:ea typeface="Verdana" panose="020B0604030504040204" pitchFamily="34" charset="0"/>
              </a:rPr>
              <a:t>2015</a:t>
            </a:r>
          </a:p>
          <a:p>
            <a:pPr algn="ctr"/>
            <a:r>
              <a:rPr lang="es-ES" sz="3200" b="1" dirty="0">
                <a:latin typeface="Verdana" panose="020B0604030504040204" pitchFamily="34" charset="0"/>
                <a:ea typeface="Verdana" panose="020B0604030504040204" pitchFamily="34" charset="0"/>
              </a:rPr>
              <a:t>- </a:t>
            </a:r>
          </a:p>
          <a:p>
            <a:pPr algn="ctr"/>
            <a:r>
              <a:rPr lang="es-ES" sz="3200" b="1" dirty="0">
                <a:latin typeface="Verdana" panose="020B0604030504040204" pitchFamily="34" charset="0"/>
                <a:ea typeface="Verdana" panose="020B0604030504040204" pitchFamily="34" charset="0"/>
              </a:rPr>
              <a:t>2023</a:t>
            </a:r>
          </a:p>
        </p:txBody>
      </p:sp>
      <p:sp>
        <p:nvSpPr>
          <p:cNvPr id="100" name="CuadroTexto 99">
            <a:extLst>
              <a:ext uri="{FF2B5EF4-FFF2-40B4-BE49-F238E27FC236}">
                <a16:creationId xmlns:a16="http://schemas.microsoft.com/office/drawing/2014/main" id="{129B9D9E-4CFF-2486-D284-7F523362383B}"/>
              </a:ext>
            </a:extLst>
          </p:cNvPr>
          <p:cNvSpPr txBox="1"/>
          <p:nvPr/>
        </p:nvSpPr>
        <p:spPr>
          <a:xfrm>
            <a:off x="13017207" y="7928946"/>
            <a:ext cx="2781942" cy="523220"/>
          </a:xfrm>
          <a:prstGeom prst="rect">
            <a:avLst/>
          </a:prstGeom>
          <a:noFill/>
        </p:spPr>
        <p:txBody>
          <a:bodyPr wrap="square" rtlCol="0">
            <a:spAutoFit/>
          </a:bodyPr>
          <a:lstStyle/>
          <a:p>
            <a:pPr algn="r"/>
            <a:r>
              <a:rPr lang="es-ES" sz="2800" b="1" dirty="0">
                <a:solidFill>
                  <a:srgbClr val="0066CC"/>
                </a:solidFill>
                <a:latin typeface="Verdana" panose="020B0604030504040204" pitchFamily="34" charset="0"/>
                <a:ea typeface="Verdana" panose="020B0604030504040204" pitchFamily="34" charset="0"/>
              </a:rPr>
              <a:t>EVIDENCIA I</a:t>
            </a:r>
          </a:p>
        </p:txBody>
      </p:sp>
      <p:sp>
        <p:nvSpPr>
          <p:cNvPr id="101" name="CuadroTexto 100">
            <a:extLst>
              <a:ext uri="{FF2B5EF4-FFF2-40B4-BE49-F238E27FC236}">
                <a16:creationId xmlns:a16="http://schemas.microsoft.com/office/drawing/2014/main" id="{9D97E717-0778-42E6-5240-030EE28644EE}"/>
              </a:ext>
            </a:extLst>
          </p:cNvPr>
          <p:cNvSpPr txBox="1"/>
          <p:nvPr/>
        </p:nvSpPr>
        <p:spPr>
          <a:xfrm>
            <a:off x="21468271" y="14965037"/>
            <a:ext cx="4421899" cy="769441"/>
          </a:xfrm>
          <a:prstGeom prst="rect">
            <a:avLst/>
          </a:prstGeom>
          <a:noFill/>
        </p:spPr>
        <p:txBody>
          <a:bodyPr wrap="square" rtlCol="0">
            <a:spAutoFit/>
          </a:bodyPr>
          <a:lstStyle/>
          <a:p>
            <a:r>
              <a:rPr lang="es-ES" sz="2200" dirty="0">
                <a:effectLst/>
                <a:latin typeface="Verdana" panose="020B0604030504040204" pitchFamily="34" charset="0"/>
                <a:ea typeface="Verdana" panose="020B0604030504040204" pitchFamily="34" charset="0"/>
                <a:cs typeface="Times New Roman" panose="02020603050405020304" pitchFamily="18" charset="0"/>
              </a:rPr>
              <a:t>“</a:t>
            </a:r>
            <a:r>
              <a:rPr lang="es-ES" sz="2200" dirty="0" err="1">
                <a:effectLst/>
                <a:latin typeface="Verdana" panose="020B0604030504040204" pitchFamily="34" charset="0"/>
                <a:ea typeface="Verdana" panose="020B0604030504040204" pitchFamily="34" charset="0"/>
                <a:cs typeface="Times New Roman" panose="02020603050405020304" pitchFamily="18" charset="0"/>
              </a:rPr>
              <a:t>urinary</a:t>
            </a:r>
            <a:r>
              <a:rPr lang="es-ES" sz="2200" dirty="0">
                <a:effectLst/>
                <a:latin typeface="Verdana" panose="020B0604030504040204" pitchFamily="34" charset="0"/>
                <a:ea typeface="Verdana" panose="020B0604030504040204" pitchFamily="34" charset="0"/>
                <a:cs typeface="Times New Roman" panose="02020603050405020304" pitchFamily="18" charset="0"/>
              </a:rPr>
              <a:t> </a:t>
            </a:r>
            <a:r>
              <a:rPr lang="es-ES" sz="2200" dirty="0" err="1">
                <a:effectLst/>
                <a:latin typeface="Verdana" panose="020B0604030504040204" pitchFamily="34" charset="0"/>
                <a:ea typeface="Verdana" panose="020B0604030504040204" pitchFamily="34" charset="0"/>
                <a:cs typeface="Times New Roman" panose="02020603050405020304" pitchFamily="18" charset="0"/>
              </a:rPr>
              <a:t>incontinence</a:t>
            </a:r>
            <a:r>
              <a:rPr lang="es-ES" sz="2200" dirty="0">
                <a:effectLst/>
                <a:latin typeface="Verdana" panose="020B0604030504040204" pitchFamily="34" charset="0"/>
                <a:ea typeface="Verdana" panose="020B0604030504040204" pitchFamily="34" charset="0"/>
                <a:cs typeface="Times New Roman" panose="02020603050405020304" pitchFamily="18" charset="0"/>
              </a:rPr>
              <a:t>” </a:t>
            </a:r>
          </a:p>
          <a:p>
            <a:r>
              <a:rPr lang="es-ES" sz="2200" dirty="0">
                <a:effectLst/>
                <a:latin typeface="Verdana" panose="020B0604030504040204" pitchFamily="34" charset="0"/>
                <a:ea typeface="Verdana" panose="020B0604030504040204" pitchFamily="34" charset="0"/>
                <a:cs typeface="Times New Roman" panose="02020603050405020304" pitchFamily="18" charset="0"/>
              </a:rPr>
              <a:t>“</a:t>
            </a:r>
            <a:r>
              <a:rPr lang="es-ES" sz="2200" dirty="0" err="1">
                <a:effectLst/>
                <a:latin typeface="Verdana" panose="020B0604030504040204" pitchFamily="34" charset="0"/>
                <a:ea typeface="Verdana" panose="020B0604030504040204" pitchFamily="34" charset="0"/>
                <a:cs typeface="Times New Roman" panose="02020603050405020304" pitchFamily="18" charset="0"/>
              </a:rPr>
              <a:t>pelvic</a:t>
            </a:r>
            <a:r>
              <a:rPr lang="es-ES" sz="2200" dirty="0">
                <a:effectLst/>
                <a:latin typeface="Verdana" panose="020B0604030504040204" pitchFamily="34" charset="0"/>
                <a:ea typeface="Verdana" panose="020B0604030504040204" pitchFamily="34" charset="0"/>
                <a:cs typeface="Times New Roman" panose="02020603050405020304" pitchFamily="18" charset="0"/>
              </a:rPr>
              <a:t> </a:t>
            </a:r>
            <a:r>
              <a:rPr lang="es-ES" sz="2200" dirty="0" err="1">
                <a:effectLst/>
                <a:latin typeface="Verdana" panose="020B0604030504040204" pitchFamily="34" charset="0"/>
                <a:ea typeface="Verdana" panose="020B0604030504040204" pitchFamily="34" charset="0"/>
                <a:cs typeface="Times New Roman" panose="02020603050405020304" pitchFamily="18" charset="0"/>
              </a:rPr>
              <a:t>floor</a:t>
            </a:r>
            <a:r>
              <a:rPr lang="es-ES" sz="2200" dirty="0">
                <a:effectLst/>
                <a:latin typeface="Verdana" panose="020B0604030504040204" pitchFamily="34" charset="0"/>
                <a:ea typeface="Verdana" panose="020B0604030504040204" pitchFamily="34" charset="0"/>
                <a:cs typeface="Times New Roman" panose="02020603050405020304" pitchFamily="18" charset="0"/>
              </a:rPr>
              <a:t> </a:t>
            </a:r>
            <a:r>
              <a:rPr lang="es-ES" sz="2200" dirty="0" err="1">
                <a:effectLst/>
                <a:latin typeface="Verdana" panose="020B0604030504040204" pitchFamily="34" charset="0"/>
                <a:ea typeface="Verdana" panose="020B0604030504040204" pitchFamily="34" charset="0"/>
                <a:cs typeface="Times New Roman" panose="02020603050405020304" pitchFamily="18" charset="0"/>
              </a:rPr>
              <a:t>disorders</a:t>
            </a:r>
            <a:r>
              <a:rPr lang="es-ES" sz="2200" dirty="0">
                <a:effectLst/>
                <a:latin typeface="Verdana" panose="020B0604030504040204" pitchFamily="34" charset="0"/>
                <a:ea typeface="Verdana" panose="020B0604030504040204" pitchFamily="34" charset="0"/>
                <a:cs typeface="Times New Roman" panose="02020603050405020304" pitchFamily="18" charset="0"/>
              </a:rPr>
              <a:t>”</a:t>
            </a:r>
            <a:endParaRPr lang="es-ES" sz="2200" dirty="0"/>
          </a:p>
        </p:txBody>
      </p:sp>
      <p:sp>
        <p:nvSpPr>
          <p:cNvPr id="103" name="CuadroTexto 102">
            <a:extLst>
              <a:ext uri="{FF2B5EF4-FFF2-40B4-BE49-F238E27FC236}">
                <a16:creationId xmlns:a16="http://schemas.microsoft.com/office/drawing/2014/main" id="{234A97CF-B6E0-8065-B138-C6EA58426A58}"/>
              </a:ext>
            </a:extLst>
          </p:cNvPr>
          <p:cNvSpPr txBox="1"/>
          <p:nvPr/>
        </p:nvSpPr>
        <p:spPr>
          <a:xfrm>
            <a:off x="21536800" y="16182613"/>
            <a:ext cx="2592524" cy="769441"/>
          </a:xfrm>
          <a:prstGeom prst="rect">
            <a:avLst/>
          </a:prstGeom>
          <a:noFill/>
        </p:spPr>
        <p:txBody>
          <a:bodyPr wrap="square">
            <a:spAutoFit/>
          </a:bodyPr>
          <a:lstStyle/>
          <a:p>
            <a:r>
              <a:rPr lang="es-ES" sz="2200" dirty="0">
                <a:effectLst/>
                <a:latin typeface="Verdana" panose="020B0604030504040204" pitchFamily="34" charset="0"/>
                <a:ea typeface="Verdana" panose="020B0604030504040204" pitchFamily="34" charset="0"/>
                <a:cs typeface="Times New Roman" panose="02020603050405020304" pitchFamily="18" charset="0"/>
              </a:rPr>
              <a:t>“</a:t>
            </a:r>
            <a:r>
              <a:rPr lang="es-ES" sz="2200" dirty="0" err="1">
                <a:effectLst/>
                <a:latin typeface="Verdana" panose="020B0604030504040204" pitchFamily="34" charset="0"/>
                <a:ea typeface="Verdana" panose="020B0604030504040204" pitchFamily="34" charset="0"/>
                <a:cs typeface="Times New Roman" panose="02020603050405020304" pitchFamily="18" charset="0"/>
              </a:rPr>
              <a:t>frail</a:t>
            </a:r>
            <a:r>
              <a:rPr lang="es-ES" sz="2200" dirty="0">
                <a:effectLst/>
                <a:latin typeface="Verdana" panose="020B0604030504040204" pitchFamily="34" charset="0"/>
                <a:ea typeface="Verdana" panose="020B0604030504040204" pitchFamily="34" charset="0"/>
                <a:cs typeface="Times New Roman" panose="02020603050405020304" pitchFamily="18" charset="0"/>
              </a:rPr>
              <a:t> </a:t>
            </a:r>
            <a:r>
              <a:rPr lang="es-ES" sz="2200" dirty="0" err="1">
                <a:effectLst/>
                <a:latin typeface="Verdana" panose="020B0604030504040204" pitchFamily="34" charset="0"/>
                <a:ea typeface="Verdana" panose="020B0604030504040204" pitchFamily="34" charset="0"/>
                <a:cs typeface="Times New Roman" panose="02020603050405020304" pitchFamily="18" charset="0"/>
              </a:rPr>
              <a:t>elderly</a:t>
            </a:r>
            <a:r>
              <a:rPr lang="es-ES" sz="2200" dirty="0">
                <a:effectLst/>
                <a:latin typeface="Verdana" panose="020B0604030504040204" pitchFamily="34" charset="0"/>
                <a:ea typeface="Verdana" panose="020B0604030504040204" pitchFamily="34" charset="0"/>
                <a:cs typeface="Times New Roman" panose="02020603050405020304" pitchFamily="18" charset="0"/>
              </a:rPr>
              <a:t>” “</a:t>
            </a:r>
            <a:r>
              <a:rPr lang="es-ES" sz="2200" dirty="0" err="1">
                <a:effectLst/>
                <a:latin typeface="Verdana" panose="020B0604030504040204" pitchFamily="34" charset="0"/>
                <a:ea typeface="Verdana" panose="020B0604030504040204" pitchFamily="34" charset="0"/>
                <a:cs typeface="Times New Roman" panose="02020603050405020304" pitchFamily="18" charset="0"/>
              </a:rPr>
              <a:t>older</a:t>
            </a:r>
            <a:r>
              <a:rPr lang="es-ES" sz="2200" dirty="0">
                <a:effectLst/>
                <a:latin typeface="Verdana" panose="020B0604030504040204" pitchFamily="34" charset="0"/>
                <a:ea typeface="Verdana" panose="020B0604030504040204" pitchFamily="34" charset="0"/>
                <a:cs typeface="Times New Roman" panose="02020603050405020304" pitchFamily="18" charset="0"/>
              </a:rPr>
              <a:t>”</a:t>
            </a:r>
            <a:endParaRPr lang="es-ES" sz="2200" dirty="0"/>
          </a:p>
        </p:txBody>
      </p:sp>
      <p:sp>
        <p:nvSpPr>
          <p:cNvPr id="105" name="CuadroTexto 104">
            <a:extLst>
              <a:ext uri="{FF2B5EF4-FFF2-40B4-BE49-F238E27FC236}">
                <a16:creationId xmlns:a16="http://schemas.microsoft.com/office/drawing/2014/main" id="{D4B4CD28-3477-18CF-AD7A-322D78C0871D}"/>
              </a:ext>
            </a:extLst>
          </p:cNvPr>
          <p:cNvSpPr txBox="1"/>
          <p:nvPr/>
        </p:nvSpPr>
        <p:spPr>
          <a:xfrm>
            <a:off x="21496985" y="12800970"/>
            <a:ext cx="5497701" cy="1785104"/>
          </a:xfrm>
          <a:prstGeom prst="rect">
            <a:avLst/>
          </a:prstGeom>
          <a:noFill/>
        </p:spPr>
        <p:txBody>
          <a:bodyPr wrap="square">
            <a:spAutoFit/>
          </a:bodyPr>
          <a:lstStyle/>
          <a:p>
            <a:r>
              <a:rPr lang="es-ES" sz="2200" dirty="0">
                <a:effectLst/>
                <a:latin typeface="Verdana" panose="020B0604030504040204" pitchFamily="34" charset="0"/>
                <a:ea typeface="Verdana" panose="020B0604030504040204" pitchFamily="34" charset="0"/>
                <a:cs typeface="Times New Roman" panose="02020603050405020304" pitchFamily="18" charset="0"/>
              </a:rPr>
              <a:t>“conservative </a:t>
            </a:r>
            <a:r>
              <a:rPr lang="es-ES" sz="2200" dirty="0" err="1">
                <a:effectLst/>
                <a:latin typeface="Verdana" panose="020B0604030504040204" pitchFamily="34" charset="0"/>
                <a:ea typeface="Verdana" panose="020B0604030504040204" pitchFamily="34" charset="0"/>
                <a:cs typeface="Times New Roman" panose="02020603050405020304" pitchFamily="18" charset="0"/>
              </a:rPr>
              <a:t>treatment</a:t>
            </a:r>
            <a:r>
              <a:rPr lang="es-ES" sz="2200" dirty="0">
                <a:effectLst/>
                <a:latin typeface="Verdana" panose="020B0604030504040204" pitchFamily="34" charset="0"/>
                <a:ea typeface="Verdana" panose="020B0604030504040204" pitchFamily="34" charset="0"/>
                <a:cs typeface="Times New Roman" panose="02020603050405020304" pitchFamily="18" charset="0"/>
              </a:rPr>
              <a:t>” </a:t>
            </a:r>
          </a:p>
          <a:p>
            <a:r>
              <a:rPr lang="es-ES" sz="2200" dirty="0">
                <a:effectLst/>
                <a:latin typeface="Verdana" panose="020B0604030504040204" pitchFamily="34" charset="0"/>
                <a:ea typeface="Verdana" panose="020B0604030504040204" pitchFamily="34" charset="0"/>
                <a:cs typeface="Times New Roman" panose="02020603050405020304" pitchFamily="18" charset="0"/>
              </a:rPr>
              <a:t>“</a:t>
            </a:r>
            <a:r>
              <a:rPr lang="es-ES" sz="2200" dirty="0" err="1">
                <a:effectLst/>
                <a:latin typeface="Verdana" panose="020B0604030504040204" pitchFamily="34" charset="0"/>
                <a:ea typeface="Verdana" panose="020B0604030504040204" pitchFamily="34" charset="0"/>
                <a:cs typeface="Times New Roman" panose="02020603050405020304" pitchFamily="18" charset="0"/>
              </a:rPr>
              <a:t>health</a:t>
            </a:r>
            <a:r>
              <a:rPr lang="es-ES" sz="2200" dirty="0">
                <a:effectLst/>
                <a:latin typeface="Verdana" panose="020B0604030504040204" pitchFamily="34" charset="0"/>
                <a:ea typeface="Verdana" panose="020B0604030504040204" pitchFamily="34" charset="0"/>
                <a:cs typeface="Times New Roman" panose="02020603050405020304" pitchFamily="18" charset="0"/>
              </a:rPr>
              <a:t> </a:t>
            </a:r>
            <a:r>
              <a:rPr lang="es-ES" sz="2200" dirty="0" err="1">
                <a:effectLst/>
                <a:latin typeface="Verdana" panose="020B0604030504040204" pitchFamily="34" charset="0"/>
                <a:ea typeface="Verdana" panose="020B0604030504040204" pitchFamily="34" charset="0"/>
                <a:cs typeface="Times New Roman" panose="02020603050405020304" pitchFamily="18" charset="0"/>
              </a:rPr>
              <a:t>education</a:t>
            </a:r>
            <a:r>
              <a:rPr lang="es-ES" sz="2200" dirty="0">
                <a:effectLst/>
                <a:latin typeface="Verdana" panose="020B0604030504040204" pitchFamily="34" charset="0"/>
                <a:ea typeface="Verdana" panose="020B0604030504040204" pitchFamily="34" charset="0"/>
                <a:cs typeface="Times New Roman" panose="02020603050405020304" pitchFamily="18" charset="0"/>
              </a:rPr>
              <a:t>”</a:t>
            </a:r>
          </a:p>
          <a:p>
            <a:r>
              <a:rPr lang="es-ES" sz="2200" dirty="0">
                <a:effectLst/>
                <a:latin typeface="Verdana" panose="020B0604030504040204" pitchFamily="34" charset="0"/>
                <a:ea typeface="Verdana" panose="020B0604030504040204" pitchFamily="34" charset="0"/>
                <a:cs typeface="Times New Roman" panose="02020603050405020304" pitchFamily="18" charset="0"/>
              </a:rPr>
              <a:t>“</a:t>
            </a:r>
            <a:r>
              <a:rPr lang="es-ES" sz="2200" dirty="0" err="1">
                <a:effectLst/>
                <a:latin typeface="Verdana" panose="020B0604030504040204" pitchFamily="34" charset="0"/>
                <a:ea typeface="Verdana" panose="020B0604030504040204" pitchFamily="34" charset="0"/>
                <a:cs typeface="Times New Roman" panose="02020603050405020304" pitchFamily="18" charset="0"/>
              </a:rPr>
              <a:t>rehabilitation</a:t>
            </a:r>
            <a:r>
              <a:rPr lang="es-ES" sz="2200" dirty="0">
                <a:effectLst/>
                <a:latin typeface="Verdana" panose="020B0604030504040204" pitchFamily="34" charset="0"/>
                <a:ea typeface="Verdana" panose="020B0604030504040204" pitchFamily="34" charset="0"/>
                <a:cs typeface="Times New Roman" panose="02020603050405020304" pitchFamily="18" charset="0"/>
              </a:rPr>
              <a:t>”</a:t>
            </a:r>
          </a:p>
          <a:p>
            <a:r>
              <a:rPr lang="es-ES" sz="2200" dirty="0">
                <a:effectLst/>
                <a:latin typeface="Verdana" panose="020B0604030504040204" pitchFamily="34" charset="0"/>
                <a:ea typeface="Verdana" panose="020B0604030504040204" pitchFamily="34" charset="0"/>
                <a:cs typeface="Times New Roman" panose="02020603050405020304" pitchFamily="18" charset="0"/>
              </a:rPr>
              <a:t>“</a:t>
            </a:r>
            <a:r>
              <a:rPr lang="es-ES" sz="2200" dirty="0" err="1">
                <a:effectLst/>
                <a:latin typeface="Verdana" panose="020B0604030504040204" pitchFamily="34" charset="0"/>
                <a:ea typeface="Verdana" panose="020B0604030504040204" pitchFamily="34" charset="0"/>
                <a:cs typeface="Times New Roman" panose="02020603050405020304" pitchFamily="18" charset="0"/>
              </a:rPr>
              <a:t>exercise</a:t>
            </a:r>
            <a:r>
              <a:rPr lang="es-ES" sz="2200" dirty="0">
                <a:effectLst/>
                <a:latin typeface="Verdana" panose="020B0604030504040204" pitchFamily="34" charset="0"/>
                <a:ea typeface="Verdana" panose="020B0604030504040204" pitchFamily="34" charset="0"/>
                <a:cs typeface="Times New Roman" panose="02020603050405020304" pitchFamily="18" charset="0"/>
              </a:rPr>
              <a:t> </a:t>
            </a:r>
            <a:r>
              <a:rPr lang="es-ES" sz="2200" dirty="0" err="1">
                <a:effectLst/>
                <a:latin typeface="Verdana" panose="020B0604030504040204" pitchFamily="34" charset="0"/>
                <a:ea typeface="Verdana" panose="020B0604030504040204" pitchFamily="34" charset="0"/>
                <a:cs typeface="Times New Roman" panose="02020603050405020304" pitchFamily="18" charset="0"/>
              </a:rPr>
              <a:t>therapy</a:t>
            </a:r>
            <a:r>
              <a:rPr lang="es-ES" sz="2200" dirty="0">
                <a:effectLst/>
                <a:latin typeface="Verdana" panose="020B0604030504040204" pitchFamily="34" charset="0"/>
                <a:ea typeface="Verdana" panose="020B0604030504040204" pitchFamily="34" charset="0"/>
                <a:cs typeface="Times New Roman" panose="02020603050405020304" pitchFamily="18" charset="0"/>
              </a:rPr>
              <a:t>”</a:t>
            </a:r>
          </a:p>
          <a:p>
            <a:r>
              <a:rPr lang="es-ES" sz="2200" dirty="0">
                <a:latin typeface="Verdana" panose="020B0604030504040204" pitchFamily="34" charset="0"/>
                <a:ea typeface="Verdana" panose="020B0604030504040204" pitchFamily="34" charset="0"/>
                <a:cs typeface="Times New Roman" panose="02020603050405020304" pitchFamily="18" charset="0"/>
              </a:rPr>
              <a:t>“</a:t>
            </a:r>
            <a:r>
              <a:rPr lang="es-ES" sz="2200" dirty="0" err="1">
                <a:latin typeface="Verdana" panose="020B0604030504040204" pitchFamily="34" charset="0"/>
                <a:ea typeface="Verdana" panose="020B0604030504040204" pitchFamily="34" charset="0"/>
                <a:cs typeface="Times New Roman" panose="02020603050405020304" pitchFamily="18" charset="0"/>
              </a:rPr>
              <a:t>physical</a:t>
            </a:r>
            <a:r>
              <a:rPr lang="es-ES" sz="2200" dirty="0">
                <a:latin typeface="Verdana" panose="020B0604030504040204" pitchFamily="34" charset="0"/>
                <a:ea typeface="Verdana" panose="020B0604030504040204" pitchFamily="34" charset="0"/>
                <a:cs typeface="Times New Roman" panose="02020603050405020304" pitchFamily="18" charset="0"/>
              </a:rPr>
              <a:t> training”</a:t>
            </a:r>
            <a:endParaRPr lang="es-ES" sz="2200" dirty="0"/>
          </a:p>
        </p:txBody>
      </p:sp>
      <p:sp>
        <p:nvSpPr>
          <p:cNvPr id="106" name="CuadroTexto 105">
            <a:extLst>
              <a:ext uri="{FF2B5EF4-FFF2-40B4-BE49-F238E27FC236}">
                <a16:creationId xmlns:a16="http://schemas.microsoft.com/office/drawing/2014/main" id="{09A64C01-A4FD-709D-9C50-943882DAC5F3}"/>
              </a:ext>
            </a:extLst>
          </p:cNvPr>
          <p:cNvSpPr txBox="1"/>
          <p:nvPr/>
        </p:nvSpPr>
        <p:spPr>
          <a:xfrm>
            <a:off x="21118440" y="12238335"/>
            <a:ext cx="4131543" cy="553998"/>
          </a:xfrm>
          <a:prstGeom prst="rect">
            <a:avLst/>
          </a:prstGeom>
          <a:noFill/>
        </p:spPr>
        <p:txBody>
          <a:bodyPr wrap="square" rtlCol="0">
            <a:spAutoFit/>
          </a:bodyPr>
          <a:lstStyle/>
          <a:p>
            <a:pPr algn="r"/>
            <a:r>
              <a:rPr lang="es-ES" sz="3000" b="1" dirty="0">
                <a:solidFill>
                  <a:srgbClr val="9C50A6"/>
                </a:solidFill>
                <a:latin typeface="Verdana" panose="020B0604030504040204" pitchFamily="34" charset="0"/>
                <a:ea typeface="Verdana" panose="020B0604030504040204" pitchFamily="34" charset="0"/>
              </a:rPr>
              <a:t>PALABRAS CLAVE</a:t>
            </a:r>
          </a:p>
        </p:txBody>
      </p:sp>
      <p:sp>
        <p:nvSpPr>
          <p:cNvPr id="108" name="CuadroTexto 107">
            <a:extLst>
              <a:ext uri="{FF2B5EF4-FFF2-40B4-BE49-F238E27FC236}">
                <a16:creationId xmlns:a16="http://schemas.microsoft.com/office/drawing/2014/main" id="{2A933CC6-B74C-F094-9ECB-17F22C7FDCB1}"/>
              </a:ext>
            </a:extLst>
          </p:cNvPr>
          <p:cNvSpPr txBox="1"/>
          <p:nvPr/>
        </p:nvSpPr>
        <p:spPr>
          <a:xfrm>
            <a:off x="12760116" y="9417130"/>
            <a:ext cx="2781942" cy="400110"/>
          </a:xfrm>
          <a:prstGeom prst="rect">
            <a:avLst/>
          </a:prstGeom>
          <a:noFill/>
        </p:spPr>
        <p:txBody>
          <a:bodyPr wrap="square" rtlCol="0">
            <a:spAutoFit/>
          </a:bodyPr>
          <a:lstStyle/>
          <a:p>
            <a:pPr algn="r"/>
            <a:r>
              <a:rPr lang="es-ES" sz="2000" b="1" dirty="0">
                <a:solidFill>
                  <a:srgbClr val="0066CC"/>
                </a:solidFill>
                <a:latin typeface="Verdana" panose="020B0604030504040204" pitchFamily="34" charset="0"/>
                <a:ea typeface="Verdana" panose="020B0604030504040204" pitchFamily="34" charset="0"/>
              </a:rPr>
              <a:t>METAANÁLISIS</a:t>
            </a:r>
          </a:p>
        </p:txBody>
      </p:sp>
      <p:sp>
        <p:nvSpPr>
          <p:cNvPr id="111" name="CuadroTexto 110">
            <a:extLst>
              <a:ext uri="{FF2B5EF4-FFF2-40B4-BE49-F238E27FC236}">
                <a16:creationId xmlns:a16="http://schemas.microsoft.com/office/drawing/2014/main" id="{DE0AD15F-D5CA-50D4-8734-4CE219DD6723}"/>
              </a:ext>
            </a:extLst>
          </p:cNvPr>
          <p:cNvSpPr txBox="1"/>
          <p:nvPr/>
        </p:nvSpPr>
        <p:spPr>
          <a:xfrm>
            <a:off x="12638661" y="8632942"/>
            <a:ext cx="2781942" cy="400110"/>
          </a:xfrm>
          <a:prstGeom prst="rect">
            <a:avLst/>
          </a:prstGeom>
          <a:noFill/>
        </p:spPr>
        <p:txBody>
          <a:bodyPr wrap="square" rtlCol="0">
            <a:spAutoFit/>
          </a:bodyPr>
          <a:lstStyle/>
          <a:p>
            <a:pPr algn="r"/>
            <a:r>
              <a:rPr lang="es-ES" sz="2000" b="1" dirty="0" err="1">
                <a:solidFill>
                  <a:srgbClr val="0066CC"/>
                </a:solidFill>
                <a:latin typeface="Verdana" panose="020B0604030504040204" pitchFamily="34" charset="0"/>
                <a:ea typeface="Verdana" panose="020B0604030504040204" pitchFamily="34" charset="0"/>
              </a:rPr>
              <a:t>ECAs</a:t>
            </a:r>
            <a:endParaRPr lang="es-ES" sz="2000" b="1" dirty="0">
              <a:solidFill>
                <a:srgbClr val="0066CC"/>
              </a:solidFill>
              <a:latin typeface="Verdana" panose="020B0604030504040204" pitchFamily="34" charset="0"/>
              <a:ea typeface="Verdana" panose="020B0604030504040204" pitchFamily="34" charset="0"/>
            </a:endParaRPr>
          </a:p>
        </p:txBody>
      </p:sp>
      <p:sp>
        <p:nvSpPr>
          <p:cNvPr id="112" name="CuadroTexto 111">
            <a:extLst>
              <a:ext uri="{FF2B5EF4-FFF2-40B4-BE49-F238E27FC236}">
                <a16:creationId xmlns:a16="http://schemas.microsoft.com/office/drawing/2014/main" id="{EDA34AC8-E2A2-85F3-1C9B-0D834FC3C507}"/>
              </a:ext>
            </a:extLst>
          </p:cNvPr>
          <p:cNvSpPr txBox="1"/>
          <p:nvPr/>
        </p:nvSpPr>
        <p:spPr>
          <a:xfrm>
            <a:off x="21933967" y="14555024"/>
            <a:ext cx="2781942" cy="492443"/>
          </a:xfrm>
          <a:prstGeom prst="rect">
            <a:avLst/>
          </a:prstGeom>
          <a:noFill/>
        </p:spPr>
        <p:txBody>
          <a:bodyPr wrap="square" rtlCol="0">
            <a:spAutoFit/>
          </a:bodyPr>
          <a:lstStyle/>
          <a:p>
            <a:pPr algn="ctr"/>
            <a:r>
              <a:rPr lang="es-ES" sz="2600" b="1" dirty="0">
                <a:solidFill>
                  <a:srgbClr val="9C50A6"/>
                </a:solidFill>
                <a:latin typeface="Verdana" panose="020B0604030504040204" pitchFamily="34" charset="0"/>
                <a:ea typeface="Verdana" panose="020B0604030504040204" pitchFamily="34" charset="0"/>
              </a:rPr>
              <a:t>AND / OR</a:t>
            </a:r>
          </a:p>
        </p:txBody>
      </p:sp>
      <p:sp>
        <p:nvSpPr>
          <p:cNvPr id="116" name="Elipse 115">
            <a:extLst>
              <a:ext uri="{FF2B5EF4-FFF2-40B4-BE49-F238E27FC236}">
                <a16:creationId xmlns:a16="http://schemas.microsoft.com/office/drawing/2014/main" id="{CFB95D63-2750-C09E-0977-36F60BD108D7}"/>
              </a:ext>
            </a:extLst>
          </p:cNvPr>
          <p:cNvSpPr/>
          <p:nvPr/>
        </p:nvSpPr>
        <p:spPr>
          <a:xfrm>
            <a:off x="13793912" y="13280771"/>
            <a:ext cx="1479445" cy="1339802"/>
          </a:xfrm>
          <a:prstGeom prst="ellipse">
            <a:avLst/>
          </a:prstGeom>
          <a:solidFill>
            <a:srgbClr val="D0B42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3400" b="1" dirty="0">
                <a:latin typeface="Verdana" panose="020B0604030504040204" pitchFamily="34" charset="0"/>
                <a:ea typeface="Verdana" panose="020B0604030504040204" pitchFamily="34" charset="0"/>
              </a:rPr>
              <a:t>4</a:t>
            </a:r>
          </a:p>
        </p:txBody>
      </p:sp>
      <p:sp>
        <p:nvSpPr>
          <p:cNvPr id="119" name="CuadroTexto 118">
            <a:extLst>
              <a:ext uri="{FF2B5EF4-FFF2-40B4-BE49-F238E27FC236}">
                <a16:creationId xmlns:a16="http://schemas.microsoft.com/office/drawing/2014/main" id="{8F5BE3D4-6389-6BC1-D1D6-766CAD5482EB}"/>
              </a:ext>
            </a:extLst>
          </p:cNvPr>
          <p:cNvSpPr txBox="1"/>
          <p:nvPr/>
        </p:nvSpPr>
        <p:spPr>
          <a:xfrm>
            <a:off x="13044460" y="14772034"/>
            <a:ext cx="7809799" cy="2123658"/>
          </a:xfrm>
          <a:prstGeom prst="rect">
            <a:avLst/>
          </a:prstGeom>
          <a:noFill/>
          <a:ln>
            <a:noFill/>
            <a:prstDash val="dash"/>
          </a:ln>
        </p:spPr>
        <p:txBody>
          <a:bodyPr wrap="square">
            <a:spAutoFit/>
          </a:bodyPr>
          <a:lstStyle/>
          <a:p>
            <a:pPr algn="just"/>
            <a:r>
              <a:rPr lang="es-ES" sz="2200" b="1" dirty="0">
                <a:solidFill>
                  <a:schemeClr val="accent5">
                    <a:lumMod val="75000"/>
                  </a:schemeClr>
                </a:solidFill>
                <a:effectLst/>
                <a:latin typeface="Verdana" panose="020B0604030504040204" pitchFamily="34" charset="0"/>
                <a:ea typeface="Verdana" panose="020B0604030504040204" pitchFamily="34" charset="0"/>
                <a:cs typeface="Times New Roman" panose="02020603050405020304" pitchFamily="18" charset="0"/>
              </a:rPr>
              <a:t>C</a:t>
            </a:r>
            <a:r>
              <a:rPr lang="es-ES" sz="2200" b="1" kern="100" dirty="0">
                <a:solidFill>
                  <a:schemeClr val="accent5">
                    <a:lumMod val="75000"/>
                  </a:schemeClr>
                </a:solidFill>
                <a:effectLst/>
                <a:latin typeface="Verdana" panose="020B0604030504040204" pitchFamily="34" charset="0"/>
                <a:ea typeface="Verdana" panose="020B0604030504040204" pitchFamily="34" charset="0"/>
                <a:cs typeface="Times New Roman" panose="02020603050405020304" pitchFamily="18" charset="0"/>
              </a:rPr>
              <a:t>riterios de inclusión</a:t>
            </a:r>
            <a:r>
              <a:rPr lang="es-ES" sz="2200" kern="100" dirty="0">
                <a:solidFill>
                  <a:schemeClr val="accent5">
                    <a:lumMod val="75000"/>
                  </a:schemeClr>
                </a:solidFill>
                <a:effectLst/>
                <a:latin typeface="Verdana" panose="020B0604030504040204" pitchFamily="34" charset="0"/>
                <a:ea typeface="Verdana" panose="020B0604030504040204" pitchFamily="34" charset="0"/>
                <a:cs typeface="Times New Roman" panose="02020603050405020304" pitchFamily="18" charset="0"/>
              </a:rPr>
              <a:t>: </a:t>
            </a:r>
            <a:r>
              <a:rPr lang="es-ES" sz="2200" kern="100" dirty="0">
                <a:effectLst/>
                <a:latin typeface="Verdana" panose="020B0604030504040204" pitchFamily="34" charset="0"/>
                <a:ea typeface="Verdana" panose="020B0604030504040204" pitchFamily="34" charset="0"/>
                <a:cs typeface="Times New Roman" panose="02020603050405020304" pitchFamily="18" charset="0"/>
              </a:rPr>
              <a:t>mujeres de más de 60 años con IU (de esfuerzo, de urgencia o mixta).</a:t>
            </a:r>
          </a:p>
          <a:p>
            <a:pPr algn="just"/>
            <a:r>
              <a:rPr lang="es-ES" sz="2200" b="1" kern="100" dirty="0">
                <a:solidFill>
                  <a:schemeClr val="accent5">
                    <a:lumMod val="75000"/>
                  </a:schemeClr>
                </a:solidFill>
                <a:effectLst/>
                <a:latin typeface="Verdana" panose="020B0604030504040204" pitchFamily="34" charset="0"/>
                <a:ea typeface="Verdana" panose="020B0604030504040204" pitchFamily="34" charset="0"/>
                <a:cs typeface="Times New Roman" panose="02020603050405020304" pitchFamily="18" charset="0"/>
              </a:rPr>
              <a:t>Criterios de exclusión</a:t>
            </a:r>
            <a:r>
              <a:rPr lang="es-ES" sz="2200" kern="100" dirty="0">
                <a:solidFill>
                  <a:schemeClr val="accent5">
                    <a:lumMod val="75000"/>
                  </a:schemeClr>
                </a:solidFill>
                <a:effectLst/>
                <a:latin typeface="Verdana" panose="020B0604030504040204" pitchFamily="34" charset="0"/>
                <a:ea typeface="Verdana" panose="020B0604030504040204" pitchFamily="34" charset="0"/>
                <a:cs typeface="Times New Roman" panose="02020603050405020304" pitchFamily="18" charset="0"/>
              </a:rPr>
              <a:t>: </a:t>
            </a:r>
            <a:r>
              <a:rPr lang="es-ES" sz="2200" kern="100" dirty="0">
                <a:effectLst/>
                <a:latin typeface="Verdana" panose="020B0604030504040204" pitchFamily="34" charset="0"/>
                <a:ea typeface="Verdana" panose="020B0604030504040204" pitchFamily="34" charset="0"/>
                <a:cs typeface="Times New Roman" panose="02020603050405020304" pitchFamily="18" charset="0"/>
              </a:rPr>
              <a:t>déficit cognitivo, movilidad reducida, incontinencias asociadas a lesiones medulares, alteraciones del SNC, cirugías de vejiga, infecciones agudas de orina, ostomías.</a:t>
            </a:r>
            <a:endParaRPr lang="es-ES" sz="2200" dirty="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123" name="CuadroTexto 122">
            <a:extLst>
              <a:ext uri="{FF2B5EF4-FFF2-40B4-BE49-F238E27FC236}">
                <a16:creationId xmlns:a16="http://schemas.microsoft.com/office/drawing/2014/main" id="{C8E25D27-1294-68EE-81A4-370457AC91A4}"/>
              </a:ext>
            </a:extLst>
          </p:cNvPr>
          <p:cNvSpPr txBox="1"/>
          <p:nvPr/>
        </p:nvSpPr>
        <p:spPr>
          <a:xfrm>
            <a:off x="21907208" y="15719810"/>
            <a:ext cx="2781942" cy="492443"/>
          </a:xfrm>
          <a:prstGeom prst="rect">
            <a:avLst/>
          </a:prstGeom>
          <a:noFill/>
        </p:spPr>
        <p:txBody>
          <a:bodyPr wrap="square" rtlCol="0">
            <a:spAutoFit/>
          </a:bodyPr>
          <a:lstStyle/>
          <a:p>
            <a:pPr algn="ctr"/>
            <a:r>
              <a:rPr lang="es-ES" sz="2600" b="1" dirty="0">
                <a:solidFill>
                  <a:srgbClr val="9C50A6"/>
                </a:solidFill>
                <a:latin typeface="Verdana" panose="020B0604030504040204" pitchFamily="34" charset="0"/>
                <a:ea typeface="Verdana" panose="020B0604030504040204" pitchFamily="34" charset="0"/>
              </a:rPr>
              <a:t>AND / OR</a:t>
            </a:r>
          </a:p>
        </p:txBody>
      </p:sp>
      <p:sp>
        <p:nvSpPr>
          <p:cNvPr id="124" name="CuadroTexto 123">
            <a:extLst>
              <a:ext uri="{FF2B5EF4-FFF2-40B4-BE49-F238E27FC236}">
                <a16:creationId xmlns:a16="http://schemas.microsoft.com/office/drawing/2014/main" id="{E1C5A80A-E40E-ADB7-9771-B006D110A1C9}"/>
              </a:ext>
            </a:extLst>
          </p:cNvPr>
          <p:cNvSpPr txBox="1"/>
          <p:nvPr/>
        </p:nvSpPr>
        <p:spPr>
          <a:xfrm>
            <a:off x="14701303" y="14080232"/>
            <a:ext cx="3790301" cy="492443"/>
          </a:xfrm>
          <a:prstGeom prst="rect">
            <a:avLst/>
          </a:prstGeom>
          <a:noFill/>
        </p:spPr>
        <p:txBody>
          <a:bodyPr wrap="square" rtlCol="0">
            <a:spAutoFit/>
          </a:bodyPr>
          <a:lstStyle/>
          <a:p>
            <a:pPr algn="ctr"/>
            <a:r>
              <a:rPr lang="es-ES" sz="2600" b="1" dirty="0">
                <a:solidFill>
                  <a:schemeClr val="accent5">
                    <a:lumMod val="75000"/>
                  </a:schemeClr>
                </a:solidFill>
                <a:latin typeface="Verdana" panose="020B0604030504040204" pitchFamily="34" charset="0"/>
                <a:ea typeface="Verdana" panose="020B0604030504040204" pitchFamily="34" charset="0"/>
              </a:rPr>
              <a:t>ELEGIBILIDAD</a:t>
            </a:r>
          </a:p>
        </p:txBody>
      </p:sp>
      <p:pic>
        <p:nvPicPr>
          <p:cNvPr id="126" name="Imagen 125">
            <a:extLst>
              <a:ext uri="{FF2B5EF4-FFF2-40B4-BE49-F238E27FC236}">
                <a16:creationId xmlns:a16="http://schemas.microsoft.com/office/drawing/2014/main" id="{044F13E1-CA09-65B1-72C8-1B9A481B165F}"/>
              </a:ext>
            </a:extLst>
          </p:cNvPr>
          <p:cNvPicPr>
            <a:picLocks noChangeAspect="1"/>
          </p:cNvPicPr>
          <p:nvPr/>
        </p:nvPicPr>
        <p:blipFill>
          <a:blip r:embed="rId16">
            <a:clrChange>
              <a:clrFrom>
                <a:srgbClr val="FFFFFF"/>
              </a:clrFrom>
              <a:clrTo>
                <a:srgbClr val="FFFFFF">
                  <a:alpha val="0"/>
                </a:srgbClr>
              </a:clrTo>
            </a:clrChange>
            <a:alphaModFix amt="85000"/>
          </a:blip>
          <a:stretch>
            <a:fillRect/>
          </a:stretch>
        </p:blipFill>
        <p:spPr>
          <a:xfrm>
            <a:off x="12720401" y="14808751"/>
            <a:ext cx="403895" cy="2042337"/>
          </a:xfrm>
          <a:prstGeom prst="rect">
            <a:avLst/>
          </a:prstGeom>
        </p:spPr>
      </p:pic>
      <p:sp>
        <p:nvSpPr>
          <p:cNvPr id="127" name="Google Shape;114;p1">
            <a:extLst>
              <a:ext uri="{FF2B5EF4-FFF2-40B4-BE49-F238E27FC236}">
                <a16:creationId xmlns:a16="http://schemas.microsoft.com/office/drawing/2014/main" id="{9A8E705B-2A9E-7369-0976-2BFD0A525924}"/>
              </a:ext>
            </a:extLst>
          </p:cNvPr>
          <p:cNvSpPr txBox="1"/>
          <p:nvPr/>
        </p:nvSpPr>
        <p:spPr>
          <a:xfrm>
            <a:off x="2218477" y="16353925"/>
            <a:ext cx="10500094" cy="626348"/>
          </a:xfrm>
          <a:prstGeom prst="rect">
            <a:avLst/>
          </a:prstGeom>
          <a:noFill/>
          <a:ln>
            <a:noFill/>
          </a:ln>
        </p:spPr>
        <p:txBody>
          <a:bodyPr spcFirstLastPara="1" wrap="square" lIns="71650" tIns="35825" rIns="71650" bIns="35825" anchor="t" anchorCtr="0">
            <a:spAutoFit/>
          </a:bodyPr>
          <a:lstStyle/>
          <a:p>
            <a:pPr marL="0" marR="0" lvl="0" indent="0" algn="l" rtl="0">
              <a:spcBef>
                <a:spcPts val="0"/>
              </a:spcBef>
              <a:spcAft>
                <a:spcPts val="0"/>
              </a:spcAft>
              <a:buNone/>
            </a:pPr>
            <a:r>
              <a:rPr lang="es-ES" sz="3600" b="1" dirty="0">
                <a:solidFill>
                  <a:srgbClr val="002060"/>
                </a:solidFill>
                <a:latin typeface="Verdana" panose="020B0604030504040204" pitchFamily="34" charset="0"/>
                <a:ea typeface="Verdana" panose="020B0604030504040204" pitchFamily="34" charset="0"/>
                <a:cs typeface="Candara"/>
                <a:sym typeface="Candara"/>
              </a:rPr>
              <a:t>3. RESULTADOS</a:t>
            </a:r>
            <a:endParaRPr sz="3600" dirty="0">
              <a:solidFill>
                <a:srgbClr val="002060"/>
              </a:solidFill>
              <a:latin typeface="Verdana" panose="020B0604030504040204" pitchFamily="34" charset="0"/>
              <a:ea typeface="Verdana" panose="020B0604030504040204" pitchFamily="34" charset="0"/>
            </a:endParaRPr>
          </a:p>
        </p:txBody>
      </p:sp>
      <p:sp>
        <p:nvSpPr>
          <p:cNvPr id="130" name="CuadroTexto 129">
            <a:extLst>
              <a:ext uri="{FF2B5EF4-FFF2-40B4-BE49-F238E27FC236}">
                <a16:creationId xmlns:a16="http://schemas.microsoft.com/office/drawing/2014/main" id="{ADA1E215-B47B-92C3-841D-693E3025201F}"/>
              </a:ext>
            </a:extLst>
          </p:cNvPr>
          <p:cNvSpPr txBox="1"/>
          <p:nvPr/>
        </p:nvSpPr>
        <p:spPr>
          <a:xfrm>
            <a:off x="5970158" y="25973217"/>
            <a:ext cx="5477713" cy="4404283"/>
          </a:xfrm>
          <a:prstGeom prst="rect">
            <a:avLst/>
          </a:prstGeom>
          <a:noFill/>
        </p:spPr>
        <p:txBody>
          <a:bodyPr wrap="square">
            <a:spAutoFit/>
          </a:bodyPr>
          <a:lstStyle/>
          <a:p>
            <a:pPr algn="just">
              <a:lnSpc>
                <a:spcPct val="107000"/>
              </a:lnSpc>
              <a:spcAft>
                <a:spcPts val="800"/>
              </a:spcAft>
            </a:pPr>
            <a:r>
              <a:rPr lang="es-ES" sz="2400" kern="100" dirty="0">
                <a:effectLst/>
                <a:latin typeface="Verdana" panose="020B0604030504040204" pitchFamily="34" charset="0"/>
                <a:ea typeface="Verdana" panose="020B0604030504040204" pitchFamily="34" charset="0"/>
                <a:cs typeface="Times New Roman" panose="02020603050405020304" pitchFamily="18" charset="0"/>
              </a:rPr>
              <a:t>Se ha demostrado que el </a:t>
            </a:r>
            <a:r>
              <a:rPr lang="es-ES" sz="2400" b="1" kern="100" dirty="0">
                <a:effectLst/>
                <a:latin typeface="Verdana" panose="020B0604030504040204" pitchFamily="34" charset="0"/>
                <a:ea typeface="Verdana" panose="020B0604030504040204" pitchFamily="34" charset="0"/>
                <a:cs typeface="Times New Roman" panose="02020603050405020304" pitchFamily="18" charset="0"/>
              </a:rPr>
              <a:t>entrenamiento de la musculatura del SP </a:t>
            </a:r>
            <a:r>
              <a:rPr lang="es-ES" sz="2400" kern="100" dirty="0">
                <a:effectLst/>
                <a:latin typeface="Verdana" panose="020B0604030504040204" pitchFamily="34" charset="0"/>
                <a:ea typeface="Verdana" panose="020B0604030504040204" pitchFamily="34" charset="0"/>
                <a:cs typeface="Times New Roman" panose="02020603050405020304" pitchFamily="18" charset="0"/>
              </a:rPr>
              <a:t>(</a:t>
            </a:r>
            <a:r>
              <a:rPr lang="es-ES" sz="2400" kern="100" dirty="0">
                <a:latin typeface="Verdana" panose="020B0604030504040204" pitchFamily="34" charset="0"/>
                <a:ea typeface="Verdana" panose="020B0604030504040204" pitchFamily="34" charset="0"/>
                <a:cs typeface="Times New Roman" panose="02020603050405020304" pitchFamily="18" charset="0"/>
              </a:rPr>
              <a:t>ya sea </a:t>
            </a:r>
            <a:r>
              <a:rPr lang="es-ES" sz="2400" kern="100" dirty="0">
                <a:effectLst/>
                <a:latin typeface="Verdana" panose="020B0604030504040204" pitchFamily="34" charset="0"/>
                <a:ea typeface="Verdana" panose="020B0604030504040204" pitchFamily="34" charset="0"/>
                <a:cs typeface="Times New Roman" panose="02020603050405020304" pitchFamily="18" charset="0"/>
              </a:rPr>
              <a:t>de manera individual como grupal) está indicada tanto en la mujer mayor como frágil, pero siempre que presenten una </a:t>
            </a:r>
            <a:r>
              <a:rPr lang="es-ES" sz="2400" b="1" kern="100" dirty="0">
                <a:effectLst/>
                <a:latin typeface="Verdana" panose="020B0604030504040204" pitchFamily="34" charset="0"/>
                <a:ea typeface="Verdana" panose="020B0604030504040204" pitchFamily="34" charset="0"/>
                <a:cs typeface="Times New Roman" panose="02020603050405020304" pitchFamily="18" charset="0"/>
              </a:rPr>
              <a:t>suficiente capacidad cognitiva y colabora</a:t>
            </a:r>
            <a:r>
              <a:rPr lang="es-ES" sz="2400" b="1" kern="100" dirty="0">
                <a:latin typeface="Verdana" panose="020B0604030504040204" pitchFamily="34" charset="0"/>
                <a:ea typeface="Verdana" panose="020B0604030504040204" pitchFamily="34" charset="0"/>
                <a:cs typeface="Times New Roman" panose="02020603050405020304" pitchFamily="18" charset="0"/>
              </a:rPr>
              <a:t>tiva</a:t>
            </a:r>
            <a:r>
              <a:rPr lang="es-ES" sz="2400" kern="100" dirty="0">
                <a:effectLst/>
                <a:latin typeface="Verdana" panose="020B0604030504040204" pitchFamily="34" charset="0"/>
                <a:ea typeface="Verdana" panose="020B0604030504040204" pitchFamily="34" charset="0"/>
                <a:cs typeface="Times New Roman" panose="02020603050405020304" pitchFamily="18" charset="0"/>
              </a:rPr>
              <a:t>, observándose </a:t>
            </a:r>
            <a:r>
              <a:rPr lang="es-ES" sz="2400" b="1" kern="100" dirty="0">
                <a:effectLst/>
                <a:latin typeface="Verdana" panose="020B0604030504040204" pitchFamily="34" charset="0"/>
                <a:ea typeface="Verdana" panose="020B0604030504040204" pitchFamily="34" charset="0"/>
                <a:cs typeface="Times New Roman" panose="02020603050405020304" pitchFamily="18" charset="0"/>
              </a:rPr>
              <a:t>mejoras tanto en continencia como en calidad de vida</a:t>
            </a:r>
            <a:r>
              <a:rPr lang="es-ES" sz="1400" b="1" kern="100" dirty="0">
                <a:effectLst/>
                <a:latin typeface="Verdana" panose="020B0604030504040204" pitchFamily="34" charset="0"/>
                <a:ea typeface="Verdana" panose="020B0604030504040204" pitchFamily="34" charset="0"/>
                <a:cs typeface="Times New Roman" panose="02020603050405020304" pitchFamily="18" charset="0"/>
              </a:rPr>
              <a:t>.</a:t>
            </a:r>
          </a:p>
        </p:txBody>
      </p:sp>
      <p:sp>
        <p:nvSpPr>
          <p:cNvPr id="132" name="CuadroTexto 131">
            <a:extLst>
              <a:ext uri="{FF2B5EF4-FFF2-40B4-BE49-F238E27FC236}">
                <a16:creationId xmlns:a16="http://schemas.microsoft.com/office/drawing/2014/main" id="{5B681AD0-27B4-DFE1-0646-22DB7BE75DF0}"/>
              </a:ext>
            </a:extLst>
          </p:cNvPr>
          <p:cNvSpPr txBox="1"/>
          <p:nvPr/>
        </p:nvSpPr>
        <p:spPr>
          <a:xfrm>
            <a:off x="11753670" y="25957636"/>
            <a:ext cx="5264330" cy="4524315"/>
          </a:xfrm>
          <a:prstGeom prst="rect">
            <a:avLst/>
          </a:prstGeom>
          <a:noFill/>
        </p:spPr>
        <p:txBody>
          <a:bodyPr wrap="square">
            <a:spAutoFit/>
          </a:bodyPr>
          <a:lstStyle/>
          <a:p>
            <a:pPr algn="just"/>
            <a:r>
              <a:rPr lang="es-ES" sz="2400" kern="100" dirty="0">
                <a:effectLst/>
                <a:latin typeface="Verdana" panose="020B0604030504040204" pitchFamily="34" charset="0"/>
                <a:ea typeface="Verdana" panose="020B0604030504040204" pitchFamily="34" charset="0"/>
                <a:cs typeface="Times New Roman" panose="02020603050405020304" pitchFamily="18" charset="0"/>
              </a:rPr>
              <a:t>Añadir programas de </a:t>
            </a:r>
            <a:r>
              <a:rPr lang="es-ES" sz="2400" b="1" kern="100" dirty="0">
                <a:effectLst/>
                <a:latin typeface="Verdana" panose="020B0604030504040204" pitchFamily="34" charset="0"/>
                <a:ea typeface="Verdana" panose="020B0604030504040204" pitchFamily="34" charset="0"/>
                <a:cs typeface="Times New Roman" panose="02020603050405020304" pitchFamily="18" charset="0"/>
              </a:rPr>
              <a:t>entrenamiento funcional global </a:t>
            </a:r>
            <a:r>
              <a:rPr lang="es-ES" sz="2400" kern="100" dirty="0">
                <a:effectLst/>
                <a:latin typeface="Verdana" panose="020B0604030504040204" pitchFamily="34" charset="0"/>
                <a:ea typeface="Verdana" panose="020B0604030504040204" pitchFamily="34" charset="0"/>
                <a:cs typeface="Times New Roman" panose="02020603050405020304" pitchFamily="18" charset="0"/>
              </a:rPr>
              <a:t>(tanto </a:t>
            </a:r>
            <a:r>
              <a:rPr lang="es-ES" sz="2400" kern="100" dirty="0">
                <a:latin typeface="Verdana" panose="020B0604030504040204" pitchFamily="34" charset="0"/>
                <a:ea typeface="Verdana" panose="020B0604030504040204" pitchFamily="34" charset="0"/>
                <a:cs typeface="Times New Roman" panose="02020603050405020304" pitchFamily="18" charset="0"/>
              </a:rPr>
              <a:t>supervisado como en domicilio</a:t>
            </a:r>
            <a:r>
              <a:rPr lang="es-ES" sz="2400" kern="100" dirty="0">
                <a:effectLst/>
                <a:latin typeface="Verdana" panose="020B0604030504040204" pitchFamily="34" charset="0"/>
                <a:ea typeface="Verdana" panose="020B0604030504040204" pitchFamily="34" charset="0"/>
                <a:cs typeface="Times New Roman" panose="02020603050405020304" pitchFamily="18" charset="0"/>
              </a:rPr>
              <a:t>), con ejercicios de fuerza y resistencia, yoga</a:t>
            </a:r>
            <a:r>
              <a:rPr lang="es-ES" sz="2400" kern="100" dirty="0">
                <a:latin typeface="Verdana" panose="020B0604030504040204" pitchFamily="34" charset="0"/>
                <a:ea typeface="Verdana" panose="020B0604030504040204" pitchFamily="34" charset="0"/>
                <a:cs typeface="Times New Roman" panose="02020603050405020304" pitchFamily="18" charset="0"/>
              </a:rPr>
              <a:t> o</a:t>
            </a:r>
            <a:r>
              <a:rPr lang="es-ES" sz="2400" kern="100" dirty="0">
                <a:effectLst/>
                <a:latin typeface="Verdana" panose="020B0604030504040204" pitchFamily="34" charset="0"/>
                <a:ea typeface="Verdana" panose="020B0604030504040204" pitchFamily="34" charset="0"/>
                <a:cs typeface="Times New Roman" panose="02020603050405020304" pitchFamily="18" charset="0"/>
              </a:rPr>
              <a:t> marcha podría mejorar igualmente la sintomatología de la IU así como el equilibrio y otras variables funcionales, </a:t>
            </a:r>
            <a:r>
              <a:rPr lang="es-ES" sz="2400" b="1" kern="100" dirty="0">
                <a:effectLst/>
                <a:latin typeface="Verdana" panose="020B0604030504040204" pitchFamily="34" charset="0"/>
                <a:ea typeface="Verdana" panose="020B0604030504040204" pitchFamily="34" charset="0"/>
                <a:cs typeface="Times New Roman" panose="02020603050405020304" pitchFamily="18" charset="0"/>
              </a:rPr>
              <a:t>reduciendo el riesgo de caídas </a:t>
            </a:r>
            <a:r>
              <a:rPr lang="es-ES" sz="2400" kern="100" dirty="0">
                <a:effectLst/>
                <a:latin typeface="Verdana" panose="020B0604030504040204" pitchFamily="34" charset="0"/>
                <a:ea typeface="Verdana" panose="020B0604030504040204" pitchFamily="34" charset="0"/>
                <a:cs typeface="Times New Roman" panose="02020603050405020304" pitchFamily="18" charset="0"/>
              </a:rPr>
              <a:t>en el adulto mayor con este tipo de disfunciones. </a:t>
            </a:r>
            <a:endParaRPr lang="es-ES" sz="2400" dirty="0"/>
          </a:p>
        </p:txBody>
      </p:sp>
      <p:sp>
        <p:nvSpPr>
          <p:cNvPr id="135" name="CuadroTexto 134">
            <a:extLst>
              <a:ext uri="{FF2B5EF4-FFF2-40B4-BE49-F238E27FC236}">
                <a16:creationId xmlns:a16="http://schemas.microsoft.com/office/drawing/2014/main" id="{E23E1CFF-0F9B-4394-A470-D625BBCB5CBF}"/>
              </a:ext>
            </a:extLst>
          </p:cNvPr>
          <p:cNvSpPr txBox="1"/>
          <p:nvPr/>
        </p:nvSpPr>
        <p:spPr>
          <a:xfrm>
            <a:off x="17277615" y="25943954"/>
            <a:ext cx="7419243" cy="5262979"/>
          </a:xfrm>
          <a:prstGeom prst="rect">
            <a:avLst/>
          </a:prstGeom>
          <a:noFill/>
        </p:spPr>
        <p:txBody>
          <a:bodyPr wrap="square">
            <a:spAutoFit/>
          </a:bodyPr>
          <a:lstStyle/>
          <a:p>
            <a:pPr algn="just"/>
            <a:r>
              <a:rPr lang="es-ES" sz="2400" kern="100" dirty="0">
                <a:effectLst/>
                <a:latin typeface="Verdana" panose="020B0604030504040204" pitchFamily="34" charset="0"/>
                <a:ea typeface="Verdana" panose="020B0604030504040204" pitchFamily="34" charset="0"/>
                <a:cs typeface="Times New Roman" panose="02020603050405020304" pitchFamily="18" charset="0"/>
              </a:rPr>
              <a:t>Otras </a:t>
            </a:r>
            <a:r>
              <a:rPr lang="es-ES" sz="2400" b="1" kern="100" dirty="0">
                <a:effectLst/>
                <a:latin typeface="Verdana" panose="020B0604030504040204" pitchFamily="34" charset="0"/>
                <a:ea typeface="Verdana" panose="020B0604030504040204" pitchFamily="34" charset="0"/>
                <a:cs typeface="Times New Roman" panose="02020603050405020304" pitchFamily="18" charset="0"/>
              </a:rPr>
              <a:t>medidas conductuales y de automanejo </a:t>
            </a:r>
            <a:r>
              <a:rPr lang="es-ES" sz="2400" kern="100" dirty="0">
                <a:effectLst/>
                <a:latin typeface="Verdana" panose="020B0604030504040204" pitchFamily="34" charset="0"/>
                <a:ea typeface="Verdana" panose="020B0604030504040204" pitchFamily="34" charset="0"/>
                <a:cs typeface="Times New Roman" panose="02020603050405020304" pitchFamily="18" charset="0"/>
              </a:rPr>
              <a:t>(programar micciones, intervenciones educacionales y comportamentales…) o la adición de </a:t>
            </a:r>
            <a:r>
              <a:rPr lang="es-ES" sz="2400" b="1" kern="100" dirty="0">
                <a:effectLst/>
                <a:latin typeface="Verdana" panose="020B0604030504040204" pitchFamily="34" charset="0"/>
                <a:ea typeface="Verdana" panose="020B0604030504040204" pitchFamily="34" charset="0"/>
                <a:cs typeface="Times New Roman" panose="02020603050405020304" pitchFamily="18" charset="0"/>
              </a:rPr>
              <a:t>tareas</a:t>
            </a:r>
            <a:r>
              <a:rPr lang="es-ES" sz="2400" kern="100" dirty="0">
                <a:effectLst/>
                <a:latin typeface="Verdana" panose="020B0604030504040204" pitchFamily="34" charset="0"/>
                <a:ea typeface="Verdana" panose="020B0604030504040204" pitchFamily="34" charset="0"/>
                <a:cs typeface="Times New Roman" panose="02020603050405020304" pitchFamily="18" charset="0"/>
              </a:rPr>
              <a:t> </a:t>
            </a:r>
            <a:r>
              <a:rPr lang="es-ES" sz="2400" b="1" kern="100" dirty="0">
                <a:effectLst/>
                <a:latin typeface="Verdana" panose="020B0604030504040204" pitchFamily="34" charset="0"/>
                <a:ea typeface="Verdana" panose="020B0604030504040204" pitchFamily="34" charset="0"/>
                <a:cs typeface="Times New Roman" panose="02020603050405020304" pitchFamily="18" charset="0"/>
              </a:rPr>
              <a:t>cognitivas</a:t>
            </a:r>
            <a:r>
              <a:rPr lang="es-ES" sz="2400" kern="100" dirty="0">
                <a:effectLst/>
                <a:latin typeface="Verdana" panose="020B0604030504040204" pitchFamily="34" charset="0"/>
                <a:ea typeface="Verdana" panose="020B0604030504040204" pitchFamily="34" charset="0"/>
                <a:cs typeface="Times New Roman" panose="02020603050405020304" pitchFamily="18" charset="0"/>
              </a:rPr>
              <a:t> duales son pilares de tratamiento efectivos en la IU en mujeres de edad avanzada, siempre y cuando se trate de </a:t>
            </a:r>
            <a:r>
              <a:rPr lang="es-ES" sz="2400" b="1" kern="100" dirty="0">
                <a:effectLst/>
                <a:latin typeface="Verdana" panose="020B0604030504040204" pitchFamily="34" charset="0"/>
                <a:ea typeface="Verdana" panose="020B0604030504040204" pitchFamily="34" charset="0"/>
                <a:cs typeface="Times New Roman" panose="02020603050405020304" pitchFamily="18" charset="0"/>
              </a:rPr>
              <a:t>programas individualizados </a:t>
            </a:r>
            <a:r>
              <a:rPr lang="es-ES" sz="2400" kern="100" dirty="0">
                <a:effectLst/>
                <a:latin typeface="Verdana" panose="020B0604030504040204" pitchFamily="34" charset="0"/>
                <a:ea typeface="Verdana" panose="020B0604030504040204" pitchFamily="34" charset="0"/>
                <a:cs typeface="Times New Roman" panose="02020603050405020304" pitchFamily="18" charset="0"/>
              </a:rPr>
              <a:t>a las características de la población. Se hace </a:t>
            </a:r>
            <a:r>
              <a:rPr lang="es-ES" sz="2400" kern="100" dirty="0">
                <a:latin typeface="Verdana" panose="020B0604030504040204" pitchFamily="34" charset="0"/>
                <a:ea typeface="Verdana" panose="020B0604030504040204" pitchFamily="34" charset="0"/>
                <a:cs typeface="Times New Roman" panose="02020603050405020304" pitchFamily="18" charset="0"/>
              </a:rPr>
              <a:t>necesaria una estandarización en los criterios de consideración de adulto mayor, así como mayor número de investigaciones enfocadas en población frágil e institucionalizada.</a:t>
            </a:r>
            <a:endParaRPr lang="es-ES" sz="2400" kern="100" dirty="0">
              <a:effectLst/>
              <a:latin typeface="Verdana" panose="020B0604030504040204" pitchFamily="34" charset="0"/>
              <a:ea typeface="Verdana" panose="020B0604030504040204" pitchFamily="34" charset="0"/>
              <a:cs typeface="Times New Roman" panose="02020603050405020304" pitchFamily="18" charset="0"/>
            </a:endParaRPr>
          </a:p>
          <a:p>
            <a:pPr algn="just"/>
            <a:r>
              <a:rPr lang="es-ES" sz="2400" kern="100" dirty="0">
                <a:effectLst/>
                <a:latin typeface="Verdana" panose="020B0604030504040204" pitchFamily="34" charset="0"/>
                <a:ea typeface="Verdana" panose="020B0604030504040204" pitchFamily="34" charset="0"/>
                <a:cs typeface="Times New Roman" panose="02020603050405020304" pitchFamily="18" charset="0"/>
              </a:rPr>
              <a:t> </a:t>
            </a:r>
            <a:endParaRPr lang="es-ES" sz="2400" dirty="0"/>
          </a:p>
        </p:txBody>
      </p:sp>
      <p:pic>
        <p:nvPicPr>
          <p:cNvPr id="4" name="Picture 2" descr="Logos | Información práctica y documentación | Fundación | Irycis |  Instituto Ramón y Cajal de Investigación Sanitaria | Instituto Ramón y Cajal  de Investigación Sanitaria">
            <a:extLst>
              <a:ext uri="{FF2B5EF4-FFF2-40B4-BE49-F238E27FC236}">
                <a16:creationId xmlns:a16="http://schemas.microsoft.com/office/drawing/2014/main" id="{48A82AB5-4D22-26A7-3AB6-BE908B857C9E}"/>
              </a:ext>
            </a:extLst>
          </p:cNvPr>
          <p:cNvPicPr>
            <a:picLocks noChangeAspect="1" noChangeArrowheads="1"/>
          </p:cNvPicPr>
          <p:nvPr/>
        </p:nvPicPr>
        <p:blipFill rotWithShape="1">
          <a:blip r:embed="rId17">
            <a:extLst>
              <a:ext uri="{28A0092B-C50C-407E-A947-70E740481C1C}">
                <a14:useLocalDpi xmlns:a14="http://schemas.microsoft.com/office/drawing/2010/main" val="0"/>
              </a:ext>
            </a:extLst>
          </a:blip>
          <a:srcRect t="57726"/>
          <a:stretch/>
        </p:blipFill>
        <p:spPr bwMode="auto">
          <a:xfrm>
            <a:off x="307900" y="34515861"/>
            <a:ext cx="7994868" cy="1325995"/>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128;p1">
            <a:extLst>
              <a:ext uri="{FF2B5EF4-FFF2-40B4-BE49-F238E27FC236}">
                <a16:creationId xmlns:a16="http://schemas.microsoft.com/office/drawing/2014/main" id="{FA270678-0865-2E4C-1048-3C21B35832C2}"/>
              </a:ext>
            </a:extLst>
          </p:cNvPr>
          <p:cNvSpPr txBox="1"/>
          <p:nvPr/>
        </p:nvSpPr>
        <p:spPr>
          <a:xfrm>
            <a:off x="14221810" y="31006656"/>
            <a:ext cx="10791680" cy="1839716"/>
          </a:xfrm>
          <a:prstGeom prst="rect">
            <a:avLst/>
          </a:prstGeom>
          <a:noFill/>
          <a:ln>
            <a:noFill/>
          </a:ln>
        </p:spPr>
        <p:txBody>
          <a:bodyPr spcFirstLastPara="1" wrap="square" lIns="71650" tIns="35825" rIns="71650" bIns="35825" anchor="t" anchorCtr="0">
            <a:spAutoFit/>
          </a:bodyPr>
          <a:lstStyle/>
          <a:p>
            <a:pPr lvl="0" algn="just">
              <a:lnSpc>
                <a:spcPct val="107000"/>
              </a:lnSpc>
            </a:pPr>
            <a:r>
              <a:rPr lang="es-ES" sz="2600" dirty="0">
                <a:latin typeface="Candara"/>
                <a:ea typeface="Candara"/>
                <a:cs typeface="Candara"/>
                <a:sym typeface="Candara"/>
              </a:rPr>
              <a:t>Irene Lázaro Navas	     Correo electrónico: </a:t>
            </a:r>
            <a:r>
              <a:rPr lang="es-ES" sz="2600" dirty="0">
                <a:latin typeface="Candara"/>
                <a:ea typeface="Candara"/>
                <a:cs typeface="Candara"/>
                <a:sym typeface="Candara"/>
                <a:hlinkClick r:id="rId18"/>
              </a:rPr>
              <a:t>ilazaron@salud.madrid.org</a:t>
            </a:r>
            <a:endParaRPr lang="es-ES" sz="2600" dirty="0">
              <a:latin typeface="Candara"/>
              <a:ea typeface="Candara"/>
              <a:cs typeface="Candara"/>
              <a:sym typeface="Candara"/>
            </a:endParaRPr>
          </a:p>
          <a:p>
            <a:pPr lvl="0" algn="just">
              <a:lnSpc>
                <a:spcPct val="107000"/>
              </a:lnSpc>
            </a:pPr>
            <a:r>
              <a:rPr lang="es-ES" sz="2600" dirty="0">
                <a:latin typeface="Candara"/>
                <a:ea typeface="Candara"/>
                <a:cs typeface="Candara"/>
                <a:sym typeface="Candara"/>
              </a:rPr>
              <a:t>Luis López González    Correo electrónico: </a:t>
            </a:r>
            <a:r>
              <a:rPr lang="es-ES" sz="2600" dirty="0">
                <a:latin typeface="Candara"/>
                <a:ea typeface="Candara"/>
                <a:cs typeface="Candara"/>
                <a:sym typeface="Candara"/>
                <a:hlinkClick r:id="rId18"/>
              </a:rPr>
              <a:t>llopezgonzalez@salud.madrid.org</a:t>
            </a:r>
            <a:endParaRPr lang="es-ES" sz="2600" dirty="0">
              <a:latin typeface="Candara"/>
              <a:ea typeface="Candara"/>
              <a:cs typeface="Candara"/>
              <a:sym typeface="Candara"/>
            </a:endParaRPr>
          </a:p>
          <a:p>
            <a:pPr lvl="0" algn="just">
              <a:lnSpc>
                <a:spcPct val="107000"/>
              </a:lnSpc>
            </a:pPr>
            <a:endParaRPr lang="es-ES" sz="2600" dirty="0">
              <a:latin typeface="Candara"/>
              <a:ea typeface="Candara"/>
              <a:cs typeface="Candara"/>
              <a:sym typeface="Candara"/>
            </a:endParaRPr>
          </a:p>
          <a:p>
            <a:pPr lvl="0" algn="just">
              <a:lnSpc>
                <a:spcPct val="107000"/>
              </a:lnSpc>
            </a:pPr>
            <a:endParaRPr lang="es-ES" sz="2600" dirty="0">
              <a:latin typeface="Candara"/>
              <a:ea typeface="Candara"/>
              <a:cs typeface="Candara"/>
              <a:sym typeface="Candara"/>
            </a:endParaRPr>
          </a:p>
        </p:txBody>
      </p:sp>
      <p:pic>
        <p:nvPicPr>
          <p:cNvPr id="9" name="Imagen 8">
            <a:extLst>
              <a:ext uri="{FF2B5EF4-FFF2-40B4-BE49-F238E27FC236}">
                <a16:creationId xmlns:a16="http://schemas.microsoft.com/office/drawing/2014/main" id="{84213F57-2933-7318-F5D7-83A0B19F7EB6}"/>
              </a:ext>
            </a:extLst>
          </p:cNvPr>
          <p:cNvPicPr>
            <a:picLocks noChangeAspect="1"/>
          </p:cNvPicPr>
          <p:nvPr/>
        </p:nvPicPr>
        <p:blipFill>
          <a:blip r:embed="rId19"/>
          <a:stretch>
            <a:fillRect/>
          </a:stretch>
        </p:blipFill>
        <p:spPr>
          <a:xfrm>
            <a:off x="4269774" y="30284561"/>
            <a:ext cx="1509487" cy="1524545"/>
          </a:xfrm>
          <a:prstGeom prst="rect">
            <a:avLst/>
          </a:prstGeom>
        </p:spPr>
      </p:pic>
      <p:pic>
        <p:nvPicPr>
          <p:cNvPr id="31" name="Imagen 30">
            <a:extLst>
              <a:ext uri="{FF2B5EF4-FFF2-40B4-BE49-F238E27FC236}">
                <a16:creationId xmlns:a16="http://schemas.microsoft.com/office/drawing/2014/main" id="{7DAFF464-1DDF-BD4D-8F94-1A2A9F6B4289}"/>
              </a:ext>
            </a:extLst>
          </p:cNvPr>
          <p:cNvPicPr>
            <a:picLocks noChangeAspect="1"/>
          </p:cNvPicPr>
          <p:nvPr/>
        </p:nvPicPr>
        <p:blipFill>
          <a:blip r:embed="rId20"/>
          <a:stretch>
            <a:fillRect/>
          </a:stretch>
        </p:blipFill>
        <p:spPr>
          <a:xfrm>
            <a:off x="19431384" y="19446913"/>
            <a:ext cx="2488835" cy="2482216"/>
          </a:xfrm>
          <a:prstGeom prst="rect">
            <a:avLst/>
          </a:prstGeom>
        </p:spPr>
      </p:pic>
      <p:pic>
        <p:nvPicPr>
          <p:cNvPr id="33" name="Imagen 32">
            <a:extLst>
              <a:ext uri="{FF2B5EF4-FFF2-40B4-BE49-F238E27FC236}">
                <a16:creationId xmlns:a16="http://schemas.microsoft.com/office/drawing/2014/main" id="{EABB78C7-1DB8-6E00-9ED1-C607B94CCCC3}"/>
              </a:ext>
            </a:extLst>
          </p:cNvPr>
          <p:cNvPicPr>
            <a:picLocks noChangeAspect="1"/>
          </p:cNvPicPr>
          <p:nvPr/>
        </p:nvPicPr>
        <p:blipFill>
          <a:blip r:embed="rId21"/>
          <a:stretch>
            <a:fillRect/>
          </a:stretch>
        </p:blipFill>
        <p:spPr>
          <a:xfrm>
            <a:off x="9244330" y="30286089"/>
            <a:ext cx="1512412" cy="1520414"/>
          </a:xfrm>
          <a:prstGeom prst="rect">
            <a:avLst/>
          </a:prstGeom>
        </p:spPr>
      </p:pic>
    </p:spTree>
    <p:extLst>
      <p:ext uri="{BB962C8B-B14F-4D97-AF65-F5344CB8AC3E}">
        <p14:creationId xmlns:p14="http://schemas.microsoft.com/office/powerpoint/2010/main" val="3070507532"/>
      </p:ext>
    </p:extLst>
  </p:cSld>
  <p:clrMapOvr>
    <a:masterClrMapping/>
  </p:clrMapOvr>
</p:sld>
</file>

<file path=ppt/theme/theme1.xml><?xml version="1.0" encoding="utf-8"?>
<a:theme xmlns:a="http://schemas.openxmlformats.org/drawingml/2006/main" name="Retrospección">
  <a:themeElements>
    <a:clrScheme name="Retrospección">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4C5A6A"/>
      </a:hlink>
      <a:folHlink>
        <a:srgbClr val="808D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3705</TotalTime>
  <Words>916</Words>
  <Application>Microsoft Office PowerPoint</Application>
  <PresentationFormat>Personalizado</PresentationFormat>
  <Paragraphs>78</Paragraphs>
  <Slides>1</Slides>
  <Notes>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vt:i4>
      </vt:variant>
    </vt:vector>
  </HeadingPairs>
  <TitlesOfParts>
    <vt:vector size="6" baseType="lpstr">
      <vt:lpstr>Verdana</vt:lpstr>
      <vt:lpstr>Candara</vt:lpstr>
      <vt:lpstr>Arial</vt:lpstr>
      <vt:lpstr>Calibri</vt:lpstr>
      <vt:lpstr>Retrospección</vt:lpstr>
      <vt:lpstr>Avances en la evidencia del tratamiento rehabilitador del suelo pélvico en mujeres mayores con incontinencia urinaria:  Una revisión sistemática de la literatura.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LOCALIZACIÓN DE ESTRUCTURAS VASCULONERVIOSAS TIBIALES PARA LA NEUROMODULACIÓN DEL NERVIO TIBIAL: ESTUDIO TRANSVERSAL</dc:title>
  <dc:creator>Summer</dc:creator>
  <cp:lastModifiedBy>Luis López González</cp:lastModifiedBy>
  <cp:revision>25</cp:revision>
  <dcterms:created xsi:type="dcterms:W3CDTF">2013-04-05T20:27:31Z</dcterms:created>
  <dcterms:modified xsi:type="dcterms:W3CDTF">2023-11-08T18:29:45Z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0x0101007C1D5F340F01F94FA2FD29A5E6DC872E</vt:lpwstr>
  </property>
</Properties>
</file>